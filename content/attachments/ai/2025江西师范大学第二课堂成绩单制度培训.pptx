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s/modernComment1.xml" ContentType="application/vnd.ms-powerpoint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712" r:id="rId3"/>
    <p:sldId id="747" r:id="rId5"/>
    <p:sldId id="713" r:id="rId6"/>
    <p:sldId id="318" r:id="rId7"/>
    <p:sldId id="715" r:id="rId8"/>
    <p:sldId id="733" r:id="rId9"/>
    <p:sldId id="729" r:id="rId10"/>
    <p:sldId id="726" r:id="rId11"/>
    <p:sldId id="730" r:id="rId12"/>
    <p:sldId id="734" r:id="rId13"/>
    <p:sldId id="735" r:id="rId14"/>
    <p:sldId id="736" r:id="rId15"/>
    <p:sldId id="737" r:id="rId16"/>
    <p:sldId id="738" r:id="rId17"/>
    <p:sldId id="739" r:id="rId18"/>
    <p:sldId id="740" r:id="rId19"/>
    <p:sldId id="742" r:id="rId20"/>
    <p:sldId id="746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DD779B7-DD77-4B79-2A85-06A987B8A460}" name="宏敏 蒋" initials="宏蒋" userId="da06c02381e69a2d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665" autoAdjust="0"/>
    <p:restoredTop sz="94660"/>
  </p:normalViewPr>
  <p:slideViewPr>
    <p:cSldViewPr snapToGrid="0">
      <p:cViewPr>
        <p:scale>
          <a:sx n="66" d="100"/>
          <a:sy n="66" d="100"/>
        </p:scale>
        <p:origin x="153" y="5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microsoft.com/office/2018/10/relationships/authors" Target="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omments/modernComment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47D56B8-260F-4DCA-88F1-E6AA5A928E30}" authorId="{4DD779B7-DD77-4B79-2A85-06A987B8A460}" created="2024-10-24T13:06:59.89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sldId="734"/>
      <ac:spMk id="9"/>
      <ac:txMk cp="2" len="7">
        <ac:context len="47" hash="3489783955"/>
      </ac:txMk>
    </ac:txMkLst>
    <p188:pos x="2201635" y="197152"/>
    <p188:txBody>
      <a:bodyPr/>
      <a:lstStyle/>
      <a:p>
        <a:r>
          <a:rPr lang="zh-CN" altLang="en-US"/>
          <a:t>返家乡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FAB639-2A19-4569-8AEF-252560CB3F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23246-3317-4276-AF2B-CD18A0718A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B93CE-5124-4277-BBE8-F7735A1952C7}" type="slidenum">
              <a:rPr lang="zh-SG" altLang="en-US" smtClean="0"/>
            </a:fld>
            <a:endParaRPr lang="zh-SG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B93CE-5124-4277-BBE8-F7735A1952C7}" type="slidenum">
              <a:rPr lang="zh-SG" altLang="en-US" smtClean="0"/>
            </a:fld>
            <a:endParaRPr lang="zh-SG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B93CE-5124-4277-BBE8-F7735A1952C7}" type="slidenum">
              <a:rPr lang="zh-SG" altLang="en-US" smtClean="0"/>
            </a:fld>
            <a:endParaRPr lang="zh-SG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B93CE-5124-4277-BBE8-F7735A1952C7}" type="slidenum">
              <a:rPr lang="zh-SG" altLang="en-US" smtClean="0"/>
            </a:fld>
            <a:endParaRPr lang="zh-SG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B93CE-5124-4277-BBE8-F7735A1952C7}" type="slidenum">
              <a:rPr lang="zh-SG" altLang="en-US" smtClean="0"/>
            </a:fld>
            <a:endParaRPr lang="zh-SG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B93CE-5124-4277-BBE8-F7735A1952C7}" type="slidenum">
              <a:rPr lang="zh-SG" altLang="en-US" smtClean="0"/>
            </a:fld>
            <a:endParaRPr lang="zh-SG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tags" Target="../tags/tag3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绿色的叶子&#10;&#10;描述已自动生成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" b="1599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4" name="组合 3"/>
          <p:cNvGrpSpPr/>
          <p:nvPr userDrawn="1"/>
        </p:nvGrpSpPr>
        <p:grpSpPr>
          <a:xfrm>
            <a:off x="-26635" y="-5137"/>
            <a:ext cx="12245271" cy="6868275"/>
            <a:chOff x="-1" y="0"/>
            <a:chExt cx="12245271" cy="6868275"/>
          </a:xfrm>
        </p:grpSpPr>
        <p:sp>
          <p:nvSpPr>
            <p:cNvPr id="22" name="任意多边形: 形状 21"/>
            <p:cNvSpPr/>
            <p:nvPr userDrawn="1">
              <p:custDataLst>
                <p:tags r:id="rId3"/>
              </p:custDataLst>
            </p:nvPr>
          </p:nvSpPr>
          <p:spPr>
            <a:xfrm flipH="1">
              <a:off x="-1" y="5137"/>
              <a:ext cx="9173817" cy="6858000"/>
            </a:xfrm>
            <a:custGeom>
              <a:avLst/>
              <a:gdLst>
                <a:gd name="connsiteX0" fmla="*/ 9215065 w 9215065"/>
                <a:gd name="connsiteY0" fmla="*/ 0 h 6858000"/>
                <a:gd name="connsiteX1" fmla="*/ 0 w 9215065"/>
                <a:gd name="connsiteY1" fmla="*/ 0 h 6858000"/>
                <a:gd name="connsiteX2" fmla="*/ 1149654 w 9215065"/>
                <a:gd name="connsiteY2" fmla="*/ 6858000 h 6858000"/>
                <a:gd name="connsiteX3" fmla="*/ 9215065 w 9215065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15065" h="6858000">
                  <a:moveTo>
                    <a:pt x="9215065" y="0"/>
                  </a:moveTo>
                  <a:lnTo>
                    <a:pt x="0" y="0"/>
                  </a:lnTo>
                  <a:lnTo>
                    <a:pt x="1149654" y="6858000"/>
                  </a:lnTo>
                  <a:lnTo>
                    <a:pt x="9215065" y="6858000"/>
                  </a:lnTo>
                  <a:close/>
                </a:path>
              </a:pathLst>
            </a:custGeom>
            <a:solidFill>
              <a:schemeClr val="bg1">
                <a:alpha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" name="任意多边形: 形状 16"/>
            <p:cNvSpPr/>
            <p:nvPr userDrawn="1">
              <p:custDataLst>
                <p:tags r:id="rId4"/>
              </p:custDataLst>
            </p:nvPr>
          </p:nvSpPr>
          <p:spPr>
            <a:xfrm flipH="1">
              <a:off x="8004747" y="0"/>
              <a:ext cx="4240523" cy="6868275"/>
            </a:xfrm>
            <a:custGeom>
              <a:avLst/>
              <a:gdLst>
                <a:gd name="connsiteX0" fmla="*/ 0 w 5083169"/>
                <a:gd name="connsiteY0" fmla="*/ 0 h 6846828"/>
                <a:gd name="connsiteX1" fmla="*/ 3527537 w 5083169"/>
                <a:gd name="connsiteY1" fmla="*/ 0 h 6846828"/>
                <a:gd name="connsiteX2" fmla="*/ 5083169 w 5083169"/>
                <a:gd name="connsiteY2" fmla="*/ 6846828 h 6846828"/>
                <a:gd name="connsiteX3" fmla="*/ 0 w 5083169"/>
                <a:gd name="connsiteY3" fmla="*/ 6846828 h 6846828"/>
                <a:gd name="connsiteX0-1" fmla="*/ 0 w 4867882"/>
                <a:gd name="connsiteY0-2" fmla="*/ 0 h 6857103"/>
                <a:gd name="connsiteX1-3" fmla="*/ 3527537 w 4867882"/>
                <a:gd name="connsiteY1-4" fmla="*/ 0 h 6857103"/>
                <a:gd name="connsiteX2-5" fmla="*/ 4867882 w 4867882"/>
                <a:gd name="connsiteY2-6" fmla="*/ 6857103 h 6857103"/>
                <a:gd name="connsiteX3-7" fmla="*/ 0 w 4867882"/>
                <a:gd name="connsiteY3-8" fmla="*/ 6846828 h 6857103"/>
                <a:gd name="connsiteX4" fmla="*/ 0 w 4867882"/>
                <a:gd name="connsiteY4" fmla="*/ 0 h 685710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" y="connsiteY4"/>
                </a:cxn>
              </a:cxnLst>
              <a:rect l="l" t="t" r="r" b="b"/>
              <a:pathLst>
                <a:path w="4867882" h="6857103">
                  <a:moveTo>
                    <a:pt x="0" y="0"/>
                  </a:moveTo>
                  <a:lnTo>
                    <a:pt x="3527537" y="0"/>
                  </a:lnTo>
                  <a:lnTo>
                    <a:pt x="4867882" y="6857103"/>
                  </a:lnTo>
                  <a:lnTo>
                    <a:pt x="0" y="68468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</p:grpSp>
      <p:pic>
        <p:nvPicPr>
          <p:cNvPr id="43" name="图片 42" descr="绿色的叶子&#10;&#10;描述已自动生成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0" t="7870" r="2895" b="23862"/>
          <a:stretch>
            <a:fillRect/>
          </a:stretch>
        </p:blipFill>
        <p:spPr>
          <a:xfrm>
            <a:off x="376027" y="655081"/>
            <a:ext cx="11482939" cy="5573027"/>
          </a:xfrm>
          <a:custGeom>
            <a:avLst/>
            <a:gdLst>
              <a:gd name="connsiteX0" fmla="*/ 0 w 11482939"/>
              <a:gd name="connsiteY0" fmla="*/ 0 h 5573027"/>
              <a:gd name="connsiteX1" fmla="*/ 11482939 w 11482939"/>
              <a:gd name="connsiteY1" fmla="*/ 0 h 5573027"/>
              <a:gd name="connsiteX2" fmla="*/ 11482939 w 11482939"/>
              <a:gd name="connsiteY2" fmla="*/ 5573027 h 5573027"/>
              <a:gd name="connsiteX3" fmla="*/ 0 w 11482939"/>
              <a:gd name="connsiteY3" fmla="*/ 5573027 h 5573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82939" h="5573027">
                <a:moveTo>
                  <a:pt x="0" y="0"/>
                </a:moveTo>
                <a:lnTo>
                  <a:pt x="11482939" y="0"/>
                </a:lnTo>
                <a:lnTo>
                  <a:pt x="11482939" y="5573027"/>
                </a:lnTo>
                <a:lnTo>
                  <a:pt x="0" y="5573027"/>
                </a:lnTo>
                <a:close/>
              </a:path>
            </a:pathLst>
          </a:custGeom>
        </p:spPr>
      </p:pic>
      <p:grpSp>
        <p:nvGrpSpPr>
          <p:cNvPr id="13" name="组合 12"/>
          <p:cNvGrpSpPr/>
          <p:nvPr userDrawn="1"/>
        </p:nvGrpSpPr>
        <p:grpSpPr>
          <a:xfrm>
            <a:off x="333034" y="629893"/>
            <a:ext cx="11525932" cy="5598215"/>
            <a:chOff x="333034" y="629893"/>
            <a:chExt cx="11525932" cy="5598215"/>
          </a:xfrm>
        </p:grpSpPr>
        <p:grpSp>
          <p:nvGrpSpPr>
            <p:cNvPr id="12" name="组合 11"/>
            <p:cNvGrpSpPr/>
            <p:nvPr userDrawn="1"/>
          </p:nvGrpSpPr>
          <p:grpSpPr>
            <a:xfrm>
              <a:off x="333034" y="629893"/>
              <a:ext cx="11525932" cy="5598215"/>
              <a:chOff x="378745" y="1254695"/>
              <a:chExt cx="11525932" cy="5598215"/>
            </a:xfrm>
          </p:grpSpPr>
          <p:sp>
            <p:nvSpPr>
              <p:cNvPr id="41" name="任意多边形: 形状 40"/>
              <p:cNvSpPr/>
              <p:nvPr/>
            </p:nvSpPr>
            <p:spPr>
              <a:xfrm>
                <a:off x="378745" y="1254695"/>
                <a:ext cx="8729396" cy="5588000"/>
              </a:xfrm>
              <a:custGeom>
                <a:avLst/>
                <a:gdLst>
                  <a:gd name="connsiteX0" fmla="*/ 0 w 8729396"/>
                  <a:gd name="connsiteY0" fmla="*/ 0 h 5588000"/>
                  <a:gd name="connsiteX1" fmla="*/ 8729396 w 8729396"/>
                  <a:gd name="connsiteY1" fmla="*/ 0 h 5588000"/>
                  <a:gd name="connsiteX2" fmla="*/ 7791939 w 8729396"/>
                  <a:gd name="connsiteY2" fmla="*/ 5588000 h 5588000"/>
                  <a:gd name="connsiteX3" fmla="*/ 0 w 8729396"/>
                  <a:gd name="connsiteY3" fmla="*/ 5588000 h 558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729396" h="5588000">
                    <a:moveTo>
                      <a:pt x="0" y="0"/>
                    </a:moveTo>
                    <a:lnTo>
                      <a:pt x="8729396" y="0"/>
                    </a:lnTo>
                    <a:lnTo>
                      <a:pt x="7791939" y="5588000"/>
                    </a:lnTo>
                    <a:lnTo>
                      <a:pt x="0" y="5588000"/>
                    </a:lnTo>
                    <a:close/>
                  </a:path>
                </a:pathLst>
              </a:custGeom>
              <a:solidFill>
                <a:schemeClr val="bg2">
                  <a:alpha val="96000"/>
                </a:schemeClr>
              </a:solidFill>
              <a:ln w="31750"/>
              <a:effectLst>
                <a:outerShdw blurRad="127000" dist="38100" dir="5400000" algn="t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6000" dirty="0">
                  <a:cs typeface="+mn-ea"/>
                  <a:sym typeface="+mn-lt"/>
                </a:endParaRPr>
              </a:p>
            </p:txBody>
          </p:sp>
          <p:sp>
            <p:nvSpPr>
              <p:cNvPr id="20" name="任意多边形: 形状 19"/>
              <p:cNvSpPr/>
              <p:nvPr/>
            </p:nvSpPr>
            <p:spPr>
              <a:xfrm flipH="1">
                <a:off x="8170684" y="1264876"/>
                <a:ext cx="3733993" cy="5588034"/>
              </a:xfrm>
              <a:custGeom>
                <a:avLst/>
                <a:gdLst>
                  <a:gd name="connsiteX0" fmla="*/ 0 w 4456252"/>
                  <a:gd name="connsiteY0" fmla="*/ 5588000 h 5588000"/>
                  <a:gd name="connsiteX1" fmla="*/ 1278410 w 4456252"/>
                  <a:gd name="connsiteY1" fmla="*/ 0 h 5588000"/>
                  <a:gd name="connsiteX2" fmla="*/ 3177842 w 4456252"/>
                  <a:gd name="connsiteY2" fmla="*/ 0 h 5588000"/>
                  <a:gd name="connsiteX3" fmla="*/ 4456252 w 4456252"/>
                  <a:gd name="connsiteY3" fmla="*/ 5588000 h 5588000"/>
                  <a:gd name="connsiteX4" fmla="*/ 0 w 4456252"/>
                  <a:gd name="connsiteY4" fmla="*/ 5588000 h 5588000"/>
                  <a:gd name="connsiteX0-1" fmla="*/ 4456252 w 4547692"/>
                  <a:gd name="connsiteY0-2" fmla="*/ 5588000 h 5679440"/>
                  <a:gd name="connsiteX1-3" fmla="*/ 0 w 4547692"/>
                  <a:gd name="connsiteY1-4" fmla="*/ 5588000 h 5679440"/>
                  <a:gd name="connsiteX2-5" fmla="*/ 1278410 w 4547692"/>
                  <a:gd name="connsiteY2-6" fmla="*/ 0 h 5679440"/>
                  <a:gd name="connsiteX3-7" fmla="*/ 3177842 w 4547692"/>
                  <a:gd name="connsiteY3-8" fmla="*/ 0 h 5679440"/>
                  <a:gd name="connsiteX4-9" fmla="*/ 4547692 w 4547692"/>
                  <a:gd name="connsiteY4-10" fmla="*/ 5679440 h 5679440"/>
                  <a:gd name="connsiteX0-11" fmla="*/ 4456252 w 4456252"/>
                  <a:gd name="connsiteY0-12" fmla="*/ 5588000 h 5588000"/>
                  <a:gd name="connsiteX1-13" fmla="*/ 0 w 4456252"/>
                  <a:gd name="connsiteY1-14" fmla="*/ 5588000 h 5588000"/>
                  <a:gd name="connsiteX2-15" fmla="*/ 1278410 w 4456252"/>
                  <a:gd name="connsiteY2-16" fmla="*/ 0 h 5588000"/>
                  <a:gd name="connsiteX3-17" fmla="*/ 3177842 w 4456252"/>
                  <a:gd name="connsiteY3-18" fmla="*/ 0 h 5588000"/>
                  <a:gd name="connsiteX0-19" fmla="*/ 4503209 w 4503209"/>
                  <a:gd name="connsiteY0-20" fmla="*/ 5588000 h 5588000"/>
                  <a:gd name="connsiteX1-21" fmla="*/ 46957 w 4503209"/>
                  <a:gd name="connsiteY1-22" fmla="*/ 5588000 h 5588000"/>
                  <a:gd name="connsiteX2-23" fmla="*/ 0 w 4503209"/>
                  <a:gd name="connsiteY2-24" fmla="*/ 61645 h 5588000"/>
                  <a:gd name="connsiteX3-25" fmla="*/ 3224799 w 4503209"/>
                  <a:gd name="connsiteY3-26" fmla="*/ 0 h 5588000"/>
                  <a:gd name="connsiteX0-27" fmla="*/ 4503209 w 4503209"/>
                  <a:gd name="connsiteY0-28" fmla="*/ 5588000 h 5588000"/>
                  <a:gd name="connsiteX1-29" fmla="*/ 46957 w 4503209"/>
                  <a:gd name="connsiteY1-30" fmla="*/ 5588000 h 5588000"/>
                  <a:gd name="connsiteX2-31" fmla="*/ 0 w 4503209"/>
                  <a:gd name="connsiteY2-32" fmla="*/ 10275 h 5588000"/>
                  <a:gd name="connsiteX3-33" fmla="*/ 3224799 w 4503209"/>
                  <a:gd name="connsiteY3-34" fmla="*/ 0 h 5588000"/>
                  <a:gd name="connsiteX0-35" fmla="*/ 4311842 w 4311842"/>
                  <a:gd name="connsiteY0-36" fmla="*/ 5588000 h 5588000"/>
                  <a:gd name="connsiteX1-37" fmla="*/ 46957 w 4311842"/>
                  <a:gd name="connsiteY1-38" fmla="*/ 5588000 h 5588000"/>
                  <a:gd name="connsiteX2-39" fmla="*/ 0 w 4311842"/>
                  <a:gd name="connsiteY2-40" fmla="*/ 10275 h 5588000"/>
                  <a:gd name="connsiteX3-41" fmla="*/ 3224799 w 4311842"/>
                  <a:gd name="connsiteY3-42" fmla="*/ 0 h 5588000"/>
                  <a:gd name="connsiteX0-43" fmla="*/ 4265561 w 4265561"/>
                  <a:gd name="connsiteY0-44" fmla="*/ 5588000 h 5588000"/>
                  <a:gd name="connsiteX1-45" fmla="*/ 46957 w 4265561"/>
                  <a:gd name="connsiteY1-46" fmla="*/ 5588000 h 5588000"/>
                  <a:gd name="connsiteX2-47" fmla="*/ 0 w 4265561"/>
                  <a:gd name="connsiteY2-48" fmla="*/ 10275 h 5588000"/>
                  <a:gd name="connsiteX3-49" fmla="*/ 3224799 w 4265561"/>
                  <a:gd name="connsiteY3-50" fmla="*/ 0 h 5588000"/>
                  <a:gd name="connsiteX0-51" fmla="*/ 4265561 w 4265561"/>
                  <a:gd name="connsiteY0-52" fmla="*/ 5588000 h 5588000"/>
                  <a:gd name="connsiteX1-53" fmla="*/ 46957 w 4265561"/>
                  <a:gd name="connsiteY1-54" fmla="*/ 5588000 h 5588000"/>
                  <a:gd name="connsiteX2-55" fmla="*/ 0 w 4265561"/>
                  <a:gd name="connsiteY2-56" fmla="*/ 10275 h 5588000"/>
                  <a:gd name="connsiteX3-57" fmla="*/ 3194641 w 4265561"/>
                  <a:gd name="connsiteY3-58" fmla="*/ 0 h 55880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4265561" h="5588000">
                    <a:moveTo>
                      <a:pt x="4265561" y="5588000"/>
                    </a:moveTo>
                    <a:lnTo>
                      <a:pt x="46957" y="5588000"/>
                    </a:lnTo>
                    <a:lnTo>
                      <a:pt x="0" y="10275"/>
                    </a:lnTo>
                    <a:lnTo>
                      <a:pt x="3194641" y="0"/>
                    </a:lnTo>
                  </a:path>
                </a:pathLst>
              </a:custGeom>
              <a:solidFill>
                <a:schemeClr val="accent1">
                  <a:alpha val="90000"/>
                </a:schemeClr>
              </a:solidFill>
              <a:ln w="317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000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29" name="组合 28"/>
            <p:cNvGrpSpPr/>
            <p:nvPr userDrawn="1"/>
          </p:nvGrpSpPr>
          <p:grpSpPr>
            <a:xfrm flipH="1">
              <a:off x="10572502" y="5800567"/>
              <a:ext cx="966987" cy="152400"/>
              <a:chOff x="9774601" y="5660136"/>
              <a:chExt cx="966987" cy="152400"/>
            </a:xfrm>
          </p:grpSpPr>
          <p:sp>
            <p:nvSpPr>
              <p:cNvPr id="30" name="矩形 29"/>
              <p:cNvSpPr/>
              <p:nvPr/>
            </p:nvSpPr>
            <p:spPr>
              <a:xfrm>
                <a:off x="10046130" y="5660136"/>
                <a:ext cx="152400" cy="1524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矩形 30"/>
              <p:cNvSpPr/>
              <p:nvPr/>
            </p:nvSpPr>
            <p:spPr>
              <a:xfrm>
                <a:off x="10317659" y="5660136"/>
                <a:ext cx="152400" cy="1524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矩形 31"/>
              <p:cNvSpPr/>
              <p:nvPr/>
            </p:nvSpPr>
            <p:spPr>
              <a:xfrm>
                <a:off x="10589188" y="5660136"/>
                <a:ext cx="152400" cy="1524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9774601" y="5660136"/>
                <a:ext cx="152400" cy="152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4" name="组合 33"/>
            <p:cNvGrpSpPr/>
            <p:nvPr userDrawn="1"/>
          </p:nvGrpSpPr>
          <p:grpSpPr>
            <a:xfrm>
              <a:off x="664749" y="870774"/>
              <a:ext cx="966987" cy="152400"/>
              <a:chOff x="9800002" y="5660136"/>
              <a:chExt cx="966987" cy="152400"/>
            </a:xfrm>
          </p:grpSpPr>
          <p:sp>
            <p:nvSpPr>
              <p:cNvPr id="35" name="矩形 34"/>
              <p:cNvSpPr/>
              <p:nvPr/>
            </p:nvSpPr>
            <p:spPr>
              <a:xfrm>
                <a:off x="10071531" y="5660136"/>
                <a:ext cx="152400" cy="1524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矩形 35"/>
              <p:cNvSpPr/>
              <p:nvPr/>
            </p:nvSpPr>
            <p:spPr>
              <a:xfrm>
                <a:off x="10343060" y="5660136"/>
                <a:ext cx="152400" cy="1524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矩形 36"/>
              <p:cNvSpPr/>
              <p:nvPr/>
            </p:nvSpPr>
            <p:spPr>
              <a:xfrm>
                <a:off x="10614589" y="5660136"/>
                <a:ext cx="152400" cy="1524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9800002" y="5660136"/>
                <a:ext cx="152400" cy="152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绿色的叶子&#10;&#10;描述已自动生成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" r="82" b="15992"/>
          <a:stretch>
            <a:fillRect/>
          </a:stretch>
        </p:blipFill>
        <p:spPr>
          <a:xfrm>
            <a:off x="-13318" y="1"/>
            <a:ext cx="12208526" cy="6857999"/>
          </a:xfrm>
          <a:prstGeom prst="rect">
            <a:avLst/>
          </a:prstGeom>
        </p:spPr>
      </p:pic>
      <p:sp>
        <p:nvSpPr>
          <p:cNvPr id="14" name="任意多边形: 形状 13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1" name="图片 10" descr="绿色的叶子&#10;&#10;描述已自动生成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40"/>
          <a:stretch>
            <a:fillRect/>
          </a:stretch>
        </p:blipFill>
        <p:spPr>
          <a:xfrm>
            <a:off x="440077" y="406471"/>
            <a:ext cx="11311846" cy="6045058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440077" y="406471"/>
            <a:ext cx="11311846" cy="6045058"/>
          </a:xfrm>
          <a:prstGeom prst="rect">
            <a:avLst/>
          </a:prstGeom>
          <a:solidFill>
            <a:schemeClr val="bg1">
              <a:alpha val="95000"/>
            </a:schemeClr>
          </a:solidFill>
          <a:ln w="0" cap="flat" cmpd="sng" algn="ctr">
            <a:noFill/>
            <a:prstDash val="solid"/>
            <a:miter lim="800000"/>
          </a:ln>
          <a:effectLst>
            <a:outerShdw blurRad="127000" dist="76200" dir="2700000" algn="tl" rotWithShape="0">
              <a:schemeClr val="accent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 descr="绿色的叶子&#10;&#10;描述已自动生成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" b="15992"/>
          <a:stretch>
            <a:fillRect/>
          </a:stretch>
        </p:blipFill>
        <p:spPr>
          <a:xfrm>
            <a:off x="-12700" y="1"/>
            <a:ext cx="12204700" cy="6857999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矩形 6"/>
            <p:cNvSpPr/>
            <p:nvPr>
              <p:custDataLst>
                <p:tags r:id="rId3"/>
              </p:custDataLst>
            </p:nvPr>
          </p:nvSpPr>
          <p:spPr>
            <a:xfrm>
              <a:off x="6096000" y="0"/>
              <a:ext cx="6096000" cy="6858000"/>
            </a:xfrm>
            <a:prstGeom prst="rect">
              <a:avLst/>
            </a:prstGeom>
            <a:solidFill>
              <a:schemeClr val="bg1">
                <a:alpha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0" y="0"/>
              <a:ext cx="6096000" cy="6858000"/>
            </a:xfrm>
            <a:prstGeom prst="rect">
              <a:avLst/>
            </a:prstGeom>
            <a:solidFill>
              <a:schemeClr val="accent1">
                <a:alpha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1" name="矩形 10"/>
          <p:cNvSpPr/>
          <p:nvPr userDrawn="1"/>
        </p:nvSpPr>
        <p:spPr>
          <a:xfrm>
            <a:off x="420431" y="395239"/>
            <a:ext cx="11351138" cy="6067522"/>
          </a:xfrm>
          <a:prstGeom prst="rect">
            <a:avLst/>
          </a:prstGeom>
          <a:solidFill>
            <a:schemeClr val="bg1">
              <a:alpha val="92000"/>
            </a:schemeClr>
          </a:solidFill>
          <a:ln w="0" cap="flat" cmpd="sng" algn="ctr">
            <a:noFill/>
            <a:prstDash val="solid"/>
            <a:miter lim="800000"/>
          </a:ln>
          <a:effectLst>
            <a:outerShdw blurRad="127000" dist="76200" dir="2700000" algn="tl" rotWithShape="0">
              <a:schemeClr val="accent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 userDrawn="1"/>
        </p:nvGrpSpPr>
        <p:grpSpPr>
          <a:xfrm flipH="1">
            <a:off x="10241326" y="5715501"/>
            <a:ext cx="966987" cy="152400"/>
            <a:chOff x="9774601" y="5660136"/>
            <a:chExt cx="966987" cy="152400"/>
          </a:xfrm>
        </p:grpSpPr>
        <p:sp>
          <p:nvSpPr>
            <p:cNvPr id="18" name="矩形 17"/>
            <p:cNvSpPr/>
            <p:nvPr/>
          </p:nvSpPr>
          <p:spPr>
            <a:xfrm>
              <a:off x="10046130" y="5660136"/>
              <a:ext cx="152400" cy="15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10317659" y="5660136"/>
              <a:ext cx="152400" cy="1524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10589188" y="5660136"/>
              <a:ext cx="152400" cy="1524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9774601" y="5660136"/>
              <a:ext cx="152400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任意多边形: 形状 22"/>
          <p:cNvSpPr/>
          <p:nvPr userDrawn="1"/>
        </p:nvSpPr>
        <p:spPr>
          <a:xfrm>
            <a:off x="1029903" y="1645921"/>
            <a:ext cx="10178410" cy="3474720"/>
          </a:xfrm>
          <a:custGeom>
            <a:avLst/>
            <a:gdLst>
              <a:gd name="connsiteX0" fmla="*/ 0 w 10195560"/>
              <a:gd name="connsiteY0" fmla="*/ 0 h 3474720"/>
              <a:gd name="connsiteX1" fmla="*/ 10195560 w 10195560"/>
              <a:gd name="connsiteY1" fmla="*/ 0 h 3474720"/>
              <a:gd name="connsiteX2" fmla="*/ 10195560 w 10195560"/>
              <a:gd name="connsiteY2" fmla="*/ 1530157 h 3474720"/>
              <a:gd name="connsiteX3" fmla="*/ 9838314 w 10195560"/>
              <a:gd name="connsiteY3" fmla="*/ 1737360 h 3474720"/>
              <a:gd name="connsiteX4" fmla="*/ 10195560 w 10195560"/>
              <a:gd name="connsiteY4" fmla="*/ 1944562 h 3474720"/>
              <a:gd name="connsiteX5" fmla="*/ 10195560 w 10195560"/>
              <a:gd name="connsiteY5" fmla="*/ 3474720 h 3474720"/>
              <a:gd name="connsiteX6" fmla="*/ 0 w 10195560"/>
              <a:gd name="connsiteY6" fmla="*/ 3474720 h 3474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195560" h="3474720">
                <a:moveTo>
                  <a:pt x="0" y="0"/>
                </a:moveTo>
                <a:lnTo>
                  <a:pt x="10195560" y="0"/>
                </a:lnTo>
                <a:lnTo>
                  <a:pt x="10195560" y="1530157"/>
                </a:lnTo>
                <a:lnTo>
                  <a:pt x="9838314" y="1737360"/>
                </a:lnTo>
                <a:lnTo>
                  <a:pt x="10195560" y="1944562"/>
                </a:lnTo>
                <a:lnTo>
                  <a:pt x="10195560" y="3474720"/>
                </a:lnTo>
                <a:lnTo>
                  <a:pt x="0" y="34747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/>
            <a:endParaRPr lang="zh-CN" altLang="en-US" sz="1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绿色的叶子&#10;&#10;描述已自动生成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" b="1599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7" name="任意多边形: 形状 6"/>
          <p:cNvSpPr/>
          <p:nvPr>
            <p:custDataLst>
              <p:tags r:id="rId3"/>
            </p:custDataLst>
          </p:nvPr>
        </p:nvSpPr>
        <p:spPr>
          <a:xfrm>
            <a:off x="2783540" y="0"/>
            <a:ext cx="9407061" cy="6858000"/>
          </a:xfrm>
          <a:custGeom>
            <a:avLst/>
            <a:gdLst>
              <a:gd name="connsiteX0" fmla="*/ 0 w 9407061"/>
              <a:gd name="connsiteY0" fmla="*/ 0 h 6858000"/>
              <a:gd name="connsiteX1" fmla="*/ 9407061 w 9407061"/>
              <a:gd name="connsiteY1" fmla="*/ 0 h 6858000"/>
              <a:gd name="connsiteX2" fmla="*/ 9407061 w 9407061"/>
              <a:gd name="connsiteY2" fmla="*/ 6858000 h 6858000"/>
              <a:gd name="connsiteX3" fmla="*/ 0 w 940706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07061" h="6858000">
                <a:moveTo>
                  <a:pt x="0" y="0"/>
                </a:moveTo>
                <a:lnTo>
                  <a:pt x="9407061" y="0"/>
                </a:lnTo>
                <a:lnTo>
                  <a:pt x="940706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任意多边形: 形状 11"/>
          <p:cNvSpPr/>
          <p:nvPr userDrawn="1"/>
        </p:nvSpPr>
        <p:spPr>
          <a:xfrm>
            <a:off x="0" y="0"/>
            <a:ext cx="6949440" cy="6858000"/>
          </a:xfrm>
          <a:custGeom>
            <a:avLst/>
            <a:gdLst>
              <a:gd name="connsiteX0" fmla="*/ 0 w 6949440"/>
              <a:gd name="connsiteY0" fmla="*/ 0 h 6858000"/>
              <a:gd name="connsiteX1" fmla="*/ 5234940 w 6949440"/>
              <a:gd name="connsiteY1" fmla="*/ 0 h 6858000"/>
              <a:gd name="connsiteX2" fmla="*/ 6949440 w 6949440"/>
              <a:gd name="connsiteY2" fmla="*/ 6858000 h 6858000"/>
              <a:gd name="connsiteX3" fmla="*/ 0 w 694944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49440" h="6858000">
                <a:moveTo>
                  <a:pt x="0" y="0"/>
                </a:moveTo>
                <a:lnTo>
                  <a:pt x="5234940" y="0"/>
                </a:lnTo>
                <a:lnTo>
                  <a:pt x="694944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341086" y="359229"/>
            <a:ext cx="11509829" cy="6139543"/>
            <a:chOff x="341086" y="359229"/>
            <a:chExt cx="11509829" cy="6139543"/>
          </a:xfrm>
        </p:grpSpPr>
        <p:sp>
          <p:nvSpPr>
            <p:cNvPr id="11" name="矩形 10"/>
            <p:cNvSpPr/>
            <p:nvPr userDrawn="1"/>
          </p:nvSpPr>
          <p:spPr>
            <a:xfrm>
              <a:off x="341086" y="359229"/>
              <a:ext cx="11509829" cy="6139543"/>
            </a:xfrm>
            <a:prstGeom prst="rect">
              <a:avLst/>
            </a:prstGeom>
            <a:solidFill>
              <a:schemeClr val="bg1">
                <a:alpha val="92000"/>
              </a:schemeClr>
            </a:solidFill>
            <a:ln w="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schemeClr val="accent1">
                  <a:lumMod val="50000"/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4" name="组合 13"/>
            <p:cNvGrpSpPr/>
            <p:nvPr userDrawn="1"/>
          </p:nvGrpSpPr>
          <p:grpSpPr>
            <a:xfrm flipH="1">
              <a:off x="10570977" y="6019903"/>
              <a:ext cx="966987" cy="152400"/>
              <a:chOff x="9774601" y="5660136"/>
              <a:chExt cx="966987" cy="152400"/>
            </a:xfrm>
          </p:grpSpPr>
          <p:sp>
            <p:nvSpPr>
              <p:cNvPr id="15" name="矩形 14"/>
              <p:cNvSpPr/>
              <p:nvPr/>
            </p:nvSpPr>
            <p:spPr>
              <a:xfrm>
                <a:off x="10046130" y="5660136"/>
                <a:ext cx="152400" cy="1524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10317659" y="5660136"/>
                <a:ext cx="152400" cy="1524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10589188" y="5660136"/>
                <a:ext cx="152400" cy="1524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矩形 23"/>
              <p:cNvSpPr/>
              <p:nvPr/>
            </p:nvSpPr>
            <p:spPr>
              <a:xfrm>
                <a:off x="9774601" y="5660136"/>
                <a:ext cx="152400" cy="152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6" name="标题 1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80771" y="606890"/>
            <a:ext cx="4813123" cy="44196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>
              <a:defRPr lang="zh-CN" altLang="en-US" sz="2800" dirty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3" name="矩形 12"/>
          <p:cNvSpPr/>
          <p:nvPr userDrawn="1"/>
        </p:nvSpPr>
        <p:spPr>
          <a:xfrm>
            <a:off x="635052" y="631428"/>
            <a:ext cx="45719" cy="3928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1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/>
          <p:cNvSpPr txBox="1"/>
          <p:nvPr>
            <p:custDataLst>
              <p:tags r:id="rId1"/>
            </p:custDataLst>
          </p:nvPr>
        </p:nvSpPr>
        <p:spPr>
          <a:xfrm>
            <a:off x="1671662" y="1754832"/>
            <a:ext cx="8848676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pPr algn="ctr">
              <a:spcBef>
                <a:spcPts val="0"/>
              </a:spcBef>
              <a:buSzPct val="100000"/>
            </a:pPr>
            <a:r>
              <a:rPr lang="zh-CN" altLang="en-US" sz="48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  <a:cs typeface="+mn-ea"/>
                <a:sym typeface="+mn-lt"/>
              </a:rPr>
              <a:t>赋能计划 </a:t>
            </a:r>
            <a:r>
              <a:rPr lang="en-US" altLang="zh-CN" sz="48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  <a:cs typeface="+mn-ea"/>
                <a:sym typeface="+mn-lt"/>
              </a:rPr>
              <a:t>|</a:t>
            </a:r>
            <a:r>
              <a:rPr lang="zh-CN" altLang="en-US" sz="48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  <a:cs typeface="+mn-ea"/>
                <a:sym typeface="+mn-lt"/>
              </a:rPr>
              <a:t>“第二课堂成绩单”</a:t>
            </a:r>
            <a:endParaRPr lang="en-US" altLang="zh-CN" sz="4800" b="0" dirty="0">
              <a:solidFill>
                <a:schemeClr val="tx2">
                  <a:lumMod val="75000"/>
                  <a:lumOff val="25000"/>
                </a:schemeClr>
              </a:solidFill>
              <a:latin typeface="方正粗黑宋简体" panose="02000000000000000000" pitchFamily="2" charset="-122"/>
              <a:ea typeface="方正粗黑宋简体" panose="02000000000000000000" pitchFamily="2" charset="-122"/>
              <a:cs typeface="+mn-ea"/>
              <a:sym typeface="+mn-lt"/>
            </a:endParaRPr>
          </a:p>
          <a:p>
            <a:pPr algn="ctr">
              <a:spcBef>
                <a:spcPts val="0"/>
              </a:spcBef>
              <a:buSzPct val="100000"/>
            </a:pPr>
            <a:r>
              <a:rPr lang="zh-CN" altLang="en-US" sz="48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  <a:cs typeface="+mn-ea"/>
                <a:sym typeface="+mn-lt"/>
              </a:rPr>
              <a:t>培训会</a:t>
            </a:r>
            <a:endParaRPr lang="zh-CN" altLang="en-US" sz="4800" b="0" dirty="0">
              <a:solidFill>
                <a:schemeClr val="tx2">
                  <a:lumMod val="75000"/>
                  <a:lumOff val="25000"/>
                </a:schemeClr>
              </a:solidFill>
              <a:latin typeface="方正粗黑宋简体" panose="02000000000000000000" pitchFamily="2" charset="-122"/>
              <a:ea typeface="方正粗黑宋简体" panose="02000000000000000000" pitchFamily="2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398904" y="4483229"/>
            <a:ext cx="2932716" cy="490220"/>
            <a:chOff x="911225" y="3795252"/>
            <a:chExt cx="2629536" cy="490220"/>
          </a:xfrm>
        </p:grpSpPr>
        <p:sp>
          <p:nvSpPr>
            <p:cNvPr id="35" name="矩形 34"/>
            <p:cNvSpPr/>
            <p:nvPr/>
          </p:nvSpPr>
          <p:spPr>
            <a:xfrm>
              <a:off x="911225" y="3795252"/>
              <a:ext cx="2629535" cy="49022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1092201" y="3902004"/>
              <a:ext cx="2448560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zh-CN" altLang="en-US" dirty="0">
                  <a:solidFill>
                    <a:schemeClr val="bg1"/>
                  </a:solidFill>
                  <a:latin typeface="+mn-ea"/>
                </a:rPr>
                <a:t>院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cs typeface="+mn-cs"/>
                </a:rPr>
                <a:t>团委第二课堂运营中心</a:t>
              </a:r>
              <a:endParaRPr lang="en-US" altLang="zh-CN" dirty="0" err="1">
                <a:solidFill>
                  <a:schemeClr val="bg1"/>
                </a:solidFill>
                <a:latin typeface="+mn-ea"/>
                <a:cs typeface="+mn-ea"/>
                <a:sym typeface="+mn-ea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2"/>
            </p:custDataLst>
          </p:nvPr>
        </p:nvSpPr>
        <p:spPr>
          <a:xfrm>
            <a:off x="1398903" y="4028774"/>
            <a:ext cx="2932715" cy="33718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dist">
              <a:lnSpc>
                <a:spcPct val="100000"/>
              </a:lnSpc>
              <a:buSzPct val="100000"/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2025.09.28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  <a:cs typeface="+mn-ea"/>
              <a:sym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412923" y="1193519"/>
            <a:ext cx="5366151" cy="1015663"/>
            <a:chOff x="3412923" y="1193519"/>
            <a:chExt cx="5366151" cy="1015663"/>
          </a:xfrm>
        </p:grpSpPr>
        <p:sp>
          <p:nvSpPr>
            <p:cNvPr id="45" name="文本框 44"/>
            <p:cNvSpPr txBox="1"/>
            <p:nvPr/>
          </p:nvSpPr>
          <p:spPr>
            <a:xfrm>
              <a:off x="5125380" y="1193519"/>
              <a:ext cx="1941237" cy="10156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/>
              <a:r>
                <a:rPr lang="zh-CN" altLang="en-US" sz="6600" dirty="0">
                  <a:solidFill>
                    <a:schemeClr val="accent1"/>
                  </a:solidFill>
                  <a:latin typeface="+mj-ea"/>
                  <a:ea typeface="+mj-ea"/>
                </a:rPr>
                <a:t>目 录</a:t>
              </a:r>
              <a:endParaRPr lang="zh-CN" altLang="en-US" sz="6600" dirty="0">
                <a:solidFill>
                  <a:schemeClr val="accent1"/>
                </a:solidFill>
                <a:latin typeface="+mj-ea"/>
                <a:ea typeface="+mj-ea"/>
              </a:endParaRPr>
            </a:p>
          </p:txBody>
        </p:sp>
        <p:grpSp>
          <p:nvGrpSpPr>
            <p:cNvPr id="74" name="组合 73"/>
            <p:cNvGrpSpPr/>
            <p:nvPr/>
          </p:nvGrpSpPr>
          <p:grpSpPr>
            <a:xfrm>
              <a:off x="7812087" y="1625150"/>
              <a:ext cx="966987" cy="152400"/>
              <a:chOff x="9774601" y="5660136"/>
              <a:chExt cx="966987" cy="152400"/>
            </a:xfrm>
          </p:grpSpPr>
          <p:sp>
            <p:nvSpPr>
              <p:cNvPr id="75" name="矩形 74"/>
              <p:cNvSpPr/>
              <p:nvPr/>
            </p:nvSpPr>
            <p:spPr>
              <a:xfrm>
                <a:off x="10046130" y="5660136"/>
                <a:ext cx="152400" cy="1524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p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76" name="矩形 75"/>
              <p:cNvSpPr/>
              <p:nvPr/>
            </p:nvSpPr>
            <p:spPr>
              <a:xfrm>
                <a:off x="10317659" y="5660136"/>
                <a:ext cx="152400" cy="1524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p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77" name="矩形 76"/>
              <p:cNvSpPr/>
              <p:nvPr/>
            </p:nvSpPr>
            <p:spPr>
              <a:xfrm>
                <a:off x="10589188" y="5660136"/>
                <a:ext cx="152400" cy="1524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p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78" name="矩形 77"/>
              <p:cNvSpPr/>
              <p:nvPr/>
            </p:nvSpPr>
            <p:spPr>
              <a:xfrm>
                <a:off x="9774601" y="5660136"/>
                <a:ext cx="152400" cy="15240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p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9" name="组合 78"/>
            <p:cNvGrpSpPr/>
            <p:nvPr/>
          </p:nvGrpSpPr>
          <p:grpSpPr>
            <a:xfrm flipH="1">
              <a:off x="3412923" y="1625150"/>
              <a:ext cx="966987" cy="152400"/>
              <a:chOff x="9774601" y="5660136"/>
              <a:chExt cx="966987" cy="152400"/>
            </a:xfrm>
          </p:grpSpPr>
          <p:sp>
            <p:nvSpPr>
              <p:cNvPr id="80" name="矩形 79"/>
              <p:cNvSpPr/>
              <p:nvPr/>
            </p:nvSpPr>
            <p:spPr>
              <a:xfrm>
                <a:off x="10046130" y="5660136"/>
                <a:ext cx="152400" cy="1524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p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1" name="矩形 80"/>
              <p:cNvSpPr/>
              <p:nvPr/>
            </p:nvSpPr>
            <p:spPr>
              <a:xfrm>
                <a:off x="10317659" y="5660136"/>
                <a:ext cx="152400" cy="1524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p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2" name="矩形 81"/>
              <p:cNvSpPr/>
              <p:nvPr/>
            </p:nvSpPr>
            <p:spPr>
              <a:xfrm>
                <a:off x="10589188" y="5660136"/>
                <a:ext cx="152400" cy="1524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p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3" name="矩形 82"/>
              <p:cNvSpPr/>
              <p:nvPr/>
            </p:nvSpPr>
            <p:spPr>
              <a:xfrm>
                <a:off x="9774601" y="5660136"/>
                <a:ext cx="152400" cy="15240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pAutoFit/>
              </a:bodyPr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5" name="组合 34"/>
          <p:cNvGrpSpPr/>
          <p:nvPr/>
        </p:nvGrpSpPr>
        <p:grpSpPr>
          <a:xfrm>
            <a:off x="1508579" y="3032306"/>
            <a:ext cx="1231265" cy="1782445"/>
            <a:chOff x="2075" y="4789"/>
            <a:chExt cx="1939" cy="2807"/>
          </a:xfrm>
        </p:grpSpPr>
        <p:sp>
          <p:nvSpPr>
            <p:cNvPr id="49" name="泪滴形 48"/>
            <p:cNvSpPr/>
            <p:nvPr/>
          </p:nvSpPr>
          <p:spPr>
            <a:xfrm>
              <a:off x="2356" y="4789"/>
              <a:ext cx="1380" cy="1380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2000" dirty="0"/>
                <a:t>01</a:t>
              </a:r>
              <a:endParaRPr lang="zh-CN" altLang="en-US" sz="2000" dirty="0"/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2075" y="6433"/>
              <a:ext cx="1939" cy="1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accent1"/>
                  </a:solidFill>
                  <a:latin typeface="+mj-ea"/>
                  <a:ea typeface="+mj-ea"/>
                  <a:sym typeface="+mn-ea"/>
                </a:rPr>
                <a:t>课程项目</a:t>
              </a:r>
              <a:endParaRPr lang="en-US" altLang="zh-CN" sz="2400" dirty="0">
                <a:solidFill>
                  <a:schemeClr val="accent1"/>
                </a:solidFill>
                <a:latin typeface="+mj-ea"/>
                <a:ea typeface="+mj-ea"/>
                <a:sym typeface="+mn-ea"/>
              </a:endParaRPr>
            </a:p>
            <a:p>
              <a:pPr algn="ctr"/>
              <a:r>
                <a:rPr lang="zh-CN" altLang="en-US" sz="2400" dirty="0">
                  <a:solidFill>
                    <a:schemeClr val="accent1"/>
                  </a:solidFill>
                  <a:latin typeface="+mj-ea"/>
                  <a:ea typeface="+mj-ea"/>
                  <a:sym typeface="+mn-ea"/>
                </a:rPr>
                <a:t>概述</a:t>
              </a:r>
              <a:endParaRPr lang="zh-CN" altLang="en-US" sz="2400" dirty="0">
                <a:solidFill>
                  <a:schemeClr val="accent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4244794" y="3032306"/>
            <a:ext cx="1231265" cy="1782445"/>
            <a:chOff x="6629" y="4789"/>
            <a:chExt cx="1939" cy="2807"/>
          </a:xfrm>
        </p:grpSpPr>
        <p:sp>
          <p:nvSpPr>
            <p:cNvPr id="52" name="泪滴形 51"/>
            <p:cNvSpPr/>
            <p:nvPr/>
          </p:nvSpPr>
          <p:spPr>
            <a:xfrm>
              <a:off x="6909" y="4789"/>
              <a:ext cx="1380" cy="1380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2000" dirty="0"/>
                <a:t>02</a:t>
              </a:r>
              <a:endParaRPr lang="zh-CN" altLang="en-US" sz="2000" dirty="0"/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6629" y="6433"/>
              <a:ext cx="1939" cy="1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accent1"/>
                  </a:solidFill>
                  <a:latin typeface="+mj-ea"/>
                  <a:ea typeface="+mj-ea"/>
                  <a:sym typeface="+mn-ea"/>
                </a:rPr>
                <a:t>学分认定</a:t>
              </a:r>
              <a:endParaRPr lang="en-US" altLang="zh-CN" sz="2400" dirty="0">
                <a:solidFill>
                  <a:schemeClr val="accent1"/>
                </a:solidFill>
                <a:latin typeface="+mj-ea"/>
                <a:ea typeface="+mj-ea"/>
                <a:sym typeface="+mn-ea"/>
              </a:endParaRPr>
            </a:p>
            <a:p>
              <a:pPr algn="ctr"/>
              <a:r>
                <a:rPr lang="zh-CN" altLang="en-US" sz="2400" dirty="0">
                  <a:solidFill>
                    <a:schemeClr val="accent1"/>
                  </a:solidFill>
                  <a:latin typeface="+mj-ea"/>
                  <a:ea typeface="+mj-ea"/>
                  <a:sym typeface="+mn-ea"/>
                </a:rPr>
                <a:t>细则</a:t>
              </a:r>
              <a:endParaRPr lang="zh-CN" altLang="en-US" sz="2400" dirty="0">
                <a:solidFill>
                  <a:schemeClr val="accent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6861629" y="3032306"/>
            <a:ext cx="1231265" cy="1413510"/>
            <a:chOff x="10627" y="4789"/>
            <a:chExt cx="1939" cy="2226"/>
          </a:xfrm>
        </p:grpSpPr>
        <p:sp>
          <p:nvSpPr>
            <p:cNvPr id="55" name="泪滴形 54"/>
            <p:cNvSpPr/>
            <p:nvPr/>
          </p:nvSpPr>
          <p:spPr>
            <a:xfrm>
              <a:off x="10908" y="4789"/>
              <a:ext cx="1380" cy="1380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2000" dirty="0"/>
                <a:t>03</a:t>
              </a:r>
              <a:endParaRPr lang="zh-CN" altLang="en-US" sz="2000" dirty="0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10627" y="6433"/>
              <a:ext cx="1939" cy="58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accent1"/>
                  </a:solidFill>
                  <a:latin typeface="+mj-ea"/>
                  <a:ea typeface="+mj-ea"/>
                  <a:sym typeface="+mn-ea"/>
                </a:rPr>
                <a:t>注意事项</a:t>
              </a:r>
              <a:endParaRPr lang="zh-CN" altLang="en-US" sz="2400" dirty="0">
                <a:solidFill>
                  <a:schemeClr val="accent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9682934" y="3032306"/>
            <a:ext cx="1231265" cy="1413510"/>
            <a:chOff x="14947" y="4789"/>
            <a:chExt cx="1939" cy="2226"/>
          </a:xfrm>
        </p:grpSpPr>
        <p:sp>
          <p:nvSpPr>
            <p:cNvPr id="66" name="泪滴形 65"/>
            <p:cNvSpPr/>
            <p:nvPr/>
          </p:nvSpPr>
          <p:spPr>
            <a:xfrm>
              <a:off x="15225" y="4789"/>
              <a:ext cx="1380" cy="1380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2000" dirty="0"/>
                <a:t>04</a:t>
              </a:r>
              <a:endParaRPr lang="zh-CN" altLang="en-US" sz="2000" dirty="0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14947" y="6433"/>
              <a:ext cx="1939" cy="58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accent1"/>
                  </a:solidFill>
                  <a:latin typeface="+mj-ea"/>
                  <a:ea typeface="+mj-ea"/>
                  <a:sym typeface="+mn-ea"/>
                </a:rPr>
                <a:t>认证流程</a:t>
              </a:r>
              <a:endParaRPr lang="zh-CN" altLang="en-US" sz="2400" dirty="0">
                <a:solidFill>
                  <a:schemeClr val="accent1"/>
                </a:solidFill>
                <a:latin typeface="+mj-ea"/>
                <a:ea typeface="+mj-ea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1747926" y="1941900"/>
            <a:ext cx="3484928" cy="367793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altLang="zh-CN" sz="23900" dirty="0">
                <a:solidFill>
                  <a:schemeClr val="bg1"/>
                </a:solidFill>
                <a:latin typeface="+mj-ea"/>
                <a:ea typeface="+mj-ea"/>
              </a:rPr>
              <a:t>01</a:t>
            </a:r>
            <a:endParaRPr lang="zh-CN" altLang="en-US" sz="239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108974" y="3426553"/>
            <a:ext cx="2840703" cy="69494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l"/>
            <a:endParaRPr lang="zh-CN" altLang="en-US" sz="16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192980" y="3596199"/>
            <a:ext cx="1588576" cy="3693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altLang="zh-CN" sz="2400" dirty="0">
                <a:solidFill>
                  <a:schemeClr val="bg1"/>
                </a:solidFill>
              </a:rPr>
              <a:t>PART ONE 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596596" y="2872555"/>
            <a:ext cx="5078313" cy="10156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66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课程项目概述</a:t>
            </a:r>
            <a:endParaRPr kumimoji="1" lang="zh-CN" altLang="en-US" sz="66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0771" y="586524"/>
            <a:ext cx="4813123" cy="482696"/>
          </a:xfrm>
        </p:spPr>
        <p:txBody>
          <a:bodyPr>
            <a:spAutoFit/>
          </a:bodyPr>
          <a:lstStyle/>
          <a:p>
            <a:r>
              <a:rPr lang="en-US" altLang="zh-CN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01 </a:t>
            </a:r>
            <a:r>
              <a:rPr lang="zh-CN" altLang="en-US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课程项目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2258227" y="1748407"/>
            <a:ext cx="8073328" cy="1346036"/>
            <a:chOff x="2342425" y="1946459"/>
            <a:chExt cx="7489424" cy="1035262"/>
          </a:xfrm>
        </p:grpSpPr>
        <p:grpSp>
          <p:nvGrpSpPr>
            <p:cNvPr id="27" name="组合 26"/>
            <p:cNvGrpSpPr/>
            <p:nvPr/>
          </p:nvGrpSpPr>
          <p:grpSpPr>
            <a:xfrm>
              <a:off x="2342425" y="1966724"/>
              <a:ext cx="2130037" cy="1014997"/>
              <a:chOff x="2342425" y="1966724"/>
              <a:chExt cx="2130037" cy="1014997"/>
            </a:xfrm>
          </p:grpSpPr>
          <p:pic>
            <p:nvPicPr>
              <p:cNvPr id="3" name="图片 2" descr="形状&#10;&#10;中度可信度描述已自动生成"/>
              <p:cNvPicPr>
                <a:picLocks noChangeAspect="1"/>
              </p:cNvPicPr>
              <p:nvPr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3655"/>
              <a:stretch>
                <a:fillRect/>
              </a:stretch>
            </p:blipFill>
            <p:spPr>
              <a:xfrm>
                <a:off x="2342425" y="2712624"/>
                <a:ext cx="2130037" cy="269097"/>
              </a:xfrm>
              <a:prstGeom prst="rect">
                <a:avLst/>
              </a:prstGeom>
            </p:spPr>
          </p:pic>
          <p:sp>
            <p:nvSpPr>
              <p:cNvPr id="4" name="文本框 3"/>
              <p:cNvSpPr txBox="1"/>
              <p:nvPr/>
            </p:nvSpPr>
            <p:spPr>
              <a:xfrm>
                <a:off x="2458933" y="2368727"/>
                <a:ext cx="189702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/>
                <a:r>
                  <a:rPr lang="zh-CN" altLang="en-US" sz="2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+mj-ea"/>
                    <a:ea typeface="+mj-ea"/>
                  </a:rPr>
                  <a:t>思想成长</a:t>
                </a:r>
                <a:endParaRPr lang="zh-CN" altLang="en-US" sz="2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3165238" y="1966724"/>
                <a:ext cx="727187" cy="51347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algn="l"/>
                <a:r>
                  <a:rPr lang="en-US" altLang="zh-CN" sz="36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+mj-ea"/>
                    <a:ea typeface="+mj-ea"/>
                  </a:rPr>
                  <a:t>01</a:t>
                </a:r>
                <a:endParaRPr lang="zh-CN" altLang="en-US" sz="36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pic>
          <p:nvPicPr>
            <p:cNvPr id="7" name="图片 6" descr="形状&#10;&#10;中度可信度描述已自动生成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3655"/>
            <a:stretch>
              <a:fillRect/>
            </a:stretch>
          </p:blipFill>
          <p:spPr>
            <a:xfrm>
              <a:off x="5022119" y="2712624"/>
              <a:ext cx="2130037" cy="269097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5326559" y="2368727"/>
              <a:ext cx="1538883" cy="4308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+mj-ea"/>
                  <a:ea typeface="+mj-ea"/>
                </a:rPr>
                <a:t>实践工作</a:t>
              </a:r>
              <a:endParaRPr lang="zh-CN" altLang="en-US" sz="2800" dirty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5817833" y="1946460"/>
              <a:ext cx="538609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l"/>
              <a:r>
                <a:rPr lang="en-US" altLang="zh-CN" sz="36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+mj-ea"/>
                  <a:ea typeface="+mj-ea"/>
                </a:rPr>
                <a:t>02</a:t>
              </a:r>
              <a:endParaRPr lang="zh-CN" altLang="en-US" sz="3600" dirty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</a:endParaRPr>
            </a:p>
          </p:txBody>
        </p:sp>
        <p:pic>
          <p:nvPicPr>
            <p:cNvPr id="11" name="图片 10" descr="形状&#10;&#10;中度可信度描述已自动生成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3655"/>
            <a:stretch>
              <a:fillRect/>
            </a:stretch>
          </p:blipFill>
          <p:spPr>
            <a:xfrm>
              <a:off x="7701812" y="2712624"/>
              <a:ext cx="2130037" cy="269097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7997389" y="2368727"/>
              <a:ext cx="1538883" cy="4308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+mj-ea"/>
                  <a:ea typeface="+mj-ea"/>
                </a:rPr>
                <a:t>志愿公益</a:t>
              </a:r>
              <a:endParaRPr lang="zh-CN" altLang="en-US" sz="2800" dirty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8497526" y="1946459"/>
              <a:ext cx="538609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l"/>
              <a:r>
                <a:rPr lang="en-US" altLang="zh-CN" sz="36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+mj-ea"/>
                  <a:ea typeface="+mj-ea"/>
                </a:rPr>
                <a:t>03</a:t>
              </a:r>
              <a:endParaRPr lang="zh-CN" altLang="en-US" sz="3600" dirty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1450917" y="3982464"/>
            <a:ext cx="7417488" cy="1434506"/>
            <a:chOff x="1186581" y="3871666"/>
            <a:chExt cx="7310945" cy="968318"/>
          </a:xfrm>
        </p:grpSpPr>
        <p:pic>
          <p:nvPicPr>
            <p:cNvPr id="15" name="图片 14" descr="形状&#10;&#10;中度可信度描述已自动生成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3655"/>
            <a:stretch>
              <a:fillRect/>
            </a:stretch>
          </p:blipFill>
          <p:spPr>
            <a:xfrm>
              <a:off x="1186581" y="4552158"/>
              <a:ext cx="2130037" cy="269097"/>
            </a:xfrm>
            <a:prstGeom prst="rect">
              <a:avLst/>
            </a:prstGeom>
          </p:spPr>
        </p:pic>
        <p:sp>
          <p:nvSpPr>
            <p:cNvPr id="16" name="文本框 15"/>
            <p:cNvSpPr txBox="1"/>
            <p:nvPr/>
          </p:nvSpPr>
          <p:spPr>
            <a:xfrm>
              <a:off x="1482158" y="4228950"/>
              <a:ext cx="1538883" cy="29085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+mj-ea"/>
                  <a:ea typeface="+mj-ea"/>
                </a:rPr>
                <a:t>创新创业</a:t>
              </a:r>
              <a:endParaRPr lang="zh-CN" altLang="en-US" sz="2800" dirty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982295" y="3890395"/>
              <a:ext cx="538609" cy="37395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l"/>
              <a:r>
                <a:rPr lang="en-US" altLang="zh-CN" sz="36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+mj-ea"/>
                  <a:ea typeface="+mj-ea"/>
                </a:rPr>
                <a:t>04</a:t>
              </a:r>
              <a:endParaRPr lang="zh-CN" altLang="en-US" sz="3600" dirty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</a:endParaRPr>
            </a:p>
          </p:txBody>
        </p:sp>
        <p:pic>
          <p:nvPicPr>
            <p:cNvPr id="19" name="图片 18" descr="形状&#10;&#10;中度可信度描述已自动生成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3655"/>
            <a:stretch>
              <a:fillRect/>
            </a:stretch>
          </p:blipFill>
          <p:spPr>
            <a:xfrm>
              <a:off x="3777035" y="4566404"/>
              <a:ext cx="2130037" cy="269097"/>
            </a:xfrm>
            <a:prstGeom prst="rect">
              <a:avLst/>
            </a:prstGeom>
          </p:spPr>
        </p:pic>
        <p:sp>
          <p:nvSpPr>
            <p:cNvPr id="20" name="文本框 19"/>
            <p:cNvSpPr txBox="1"/>
            <p:nvPr/>
          </p:nvSpPr>
          <p:spPr>
            <a:xfrm>
              <a:off x="4072612" y="4214705"/>
              <a:ext cx="1538883" cy="29085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+mj-ea"/>
                  <a:ea typeface="+mj-ea"/>
                </a:rPr>
                <a:t>文体活动</a:t>
              </a:r>
              <a:endParaRPr lang="zh-CN" altLang="en-US" sz="2800" dirty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4572749" y="3876150"/>
              <a:ext cx="538609" cy="37395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l"/>
              <a:r>
                <a:rPr lang="en-US" altLang="zh-CN" sz="36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+mj-ea"/>
                  <a:ea typeface="+mj-ea"/>
                </a:rPr>
                <a:t>05</a:t>
              </a:r>
              <a:endParaRPr lang="zh-CN" altLang="en-US" sz="3600" dirty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</a:endParaRPr>
            </a:p>
          </p:txBody>
        </p:sp>
        <p:pic>
          <p:nvPicPr>
            <p:cNvPr id="23" name="图片 22" descr="形状&#10;&#10;中度可信度描述已自动生成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3655"/>
            <a:stretch>
              <a:fillRect/>
            </a:stretch>
          </p:blipFill>
          <p:spPr>
            <a:xfrm>
              <a:off x="6367489" y="4570887"/>
              <a:ext cx="2130037" cy="269097"/>
            </a:xfrm>
            <a:prstGeom prst="rect">
              <a:avLst/>
            </a:prstGeom>
          </p:spPr>
        </p:pic>
        <p:sp>
          <p:nvSpPr>
            <p:cNvPr id="24" name="文本框 23"/>
            <p:cNvSpPr txBox="1"/>
            <p:nvPr/>
          </p:nvSpPr>
          <p:spPr>
            <a:xfrm>
              <a:off x="6663066" y="4210221"/>
              <a:ext cx="1538883" cy="29085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+mj-ea"/>
                  <a:ea typeface="+mj-ea"/>
                </a:rPr>
                <a:t>技能特长</a:t>
              </a:r>
              <a:endParaRPr lang="zh-CN" altLang="en-US" sz="2800" dirty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7163203" y="3871666"/>
              <a:ext cx="538609" cy="37395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l"/>
              <a:r>
                <a:rPr lang="en-US" altLang="zh-CN" sz="36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+mj-ea"/>
                  <a:ea typeface="+mj-ea"/>
                </a:rPr>
                <a:t>06</a:t>
              </a:r>
              <a:endParaRPr lang="zh-CN" altLang="en-US" sz="3600" dirty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/>
          <p:cNvCxnSpPr/>
          <p:nvPr/>
        </p:nvCxnSpPr>
        <p:spPr>
          <a:xfrm>
            <a:off x="7317930" y="1078992"/>
            <a:ext cx="0" cy="5065776"/>
          </a:xfrm>
          <a:prstGeom prst="line">
            <a:avLst/>
          </a:prstGeom>
          <a:ln w="25400">
            <a:gradFill>
              <a:gsLst>
                <a:gs pos="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2049970" y="1078992"/>
            <a:ext cx="0" cy="5065776"/>
          </a:xfrm>
          <a:prstGeom prst="line">
            <a:avLst/>
          </a:prstGeom>
          <a:ln w="25400">
            <a:gradFill>
              <a:gsLst>
                <a:gs pos="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椭圆 2"/>
          <p:cNvSpPr/>
          <p:nvPr/>
        </p:nvSpPr>
        <p:spPr>
          <a:xfrm>
            <a:off x="1979421" y="3906754"/>
            <a:ext cx="141097" cy="14109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l"/>
            <a:endParaRPr lang="zh-CN" altLang="en-US" sz="14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292286" y="2004060"/>
            <a:ext cx="3575685" cy="939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b="0" dirty="0">
                <a:effectLst/>
                <a:latin typeface="+mn-ea"/>
              </a:rPr>
              <a:t>主要包括学生学习习近平新时代中国特色社会主义思想、践行社会主义核心价值观等，参与各类思想政治教育活动。</a:t>
            </a:r>
            <a:endParaRPr lang="zh-CN" altLang="en-US" sz="1600" b="0" dirty="0">
              <a:effectLst/>
              <a:latin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292286" y="3809845"/>
            <a:ext cx="2096728" cy="3693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zh-CN" sz="2400" dirty="0">
                <a:solidFill>
                  <a:schemeClr val="accent1"/>
                </a:solidFill>
                <a:latin typeface="+mj-ea"/>
                <a:ea typeface="+mj-ea"/>
              </a:rPr>
              <a:t>02.</a:t>
            </a:r>
            <a:r>
              <a:rPr lang="zh-CN" altLang="en-US" sz="2400" dirty="0">
                <a:solidFill>
                  <a:schemeClr val="accent1"/>
                </a:solidFill>
                <a:latin typeface="+mj-ea"/>
                <a:ea typeface="+mj-ea"/>
              </a:rPr>
              <a:t> 实践工作类</a:t>
            </a:r>
            <a:endParaRPr lang="zh-CN" altLang="en-US" sz="24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292350" y="4219575"/>
            <a:ext cx="3496945" cy="156927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b="0" dirty="0">
                <a:effectLst/>
                <a:latin typeface="+mn-ea"/>
              </a:rPr>
              <a:t>主要包括学生参与全国大中专学生志愿者暑期文化科技卫生“三下乡”社会实践、新时代文明实践、个人社会实践，参与港澳台及国际交流访学，担任学生干部及其他各类实践工作经历。</a:t>
            </a:r>
            <a:endParaRPr lang="zh-CN" altLang="en-US" sz="1600" b="0" dirty="0">
              <a:effectLst/>
              <a:latin typeface="+mn-ea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7247381" y="1730052"/>
            <a:ext cx="141097" cy="14109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l"/>
            <a:endParaRPr lang="zh-CN" altLang="en-US" sz="14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7247381" y="3906754"/>
            <a:ext cx="141097" cy="14109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l"/>
            <a:endParaRPr lang="zh-CN" altLang="en-US" sz="14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560246" y="1535262"/>
            <a:ext cx="2096728" cy="3693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zh-CN" sz="2400" dirty="0">
                <a:solidFill>
                  <a:schemeClr val="accent1"/>
                </a:solidFill>
                <a:latin typeface="+mj-ea"/>
                <a:ea typeface="+mj-ea"/>
              </a:rPr>
              <a:t>03.</a:t>
            </a:r>
            <a:r>
              <a:rPr lang="zh-CN" altLang="en-US" sz="2400" dirty="0">
                <a:solidFill>
                  <a:schemeClr val="accent1"/>
                </a:solidFill>
                <a:latin typeface="+mj-ea"/>
                <a:ea typeface="+mj-ea"/>
              </a:rPr>
              <a:t> 志愿公益类</a:t>
            </a:r>
            <a:endParaRPr lang="zh-CN" altLang="en-US" sz="24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579360" y="1945005"/>
            <a:ext cx="3732530" cy="939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b="0" dirty="0">
                <a:effectLst/>
                <a:latin typeface="+mn-ea"/>
              </a:rPr>
              <a:t>主要包括学生参与西部计划、支教助残、无偿献血、社区服务、公益环保、赛会服务和海外服务等各类志愿公益活动。</a:t>
            </a:r>
            <a:endParaRPr lang="zh-CN" altLang="en-US" sz="1600" b="0" dirty="0">
              <a:effectLst/>
              <a:latin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560246" y="3809845"/>
            <a:ext cx="2066271" cy="3693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zh-CN" sz="2400" dirty="0">
                <a:solidFill>
                  <a:schemeClr val="accent1"/>
                </a:solidFill>
                <a:latin typeface="+mj-ea"/>
                <a:ea typeface="+mj-ea"/>
              </a:rPr>
              <a:t>04.</a:t>
            </a:r>
            <a:r>
              <a:rPr lang="zh-CN" altLang="en-US" sz="2400" dirty="0">
                <a:solidFill>
                  <a:schemeClr val="accent1"/>
                </a:solidFill>
                <a:latin typeface="+mj-ea"/>
                <a:ea typeface="+mj-ea"/>
              </a:rPr>
              <a:t> 创新创业类</a:t>
            </a:r>
            <a:endParaRPr lang="zh-CN" altLang="en-US" sz="24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589520" y="4219575"/>
            <a:ext cx="3605530" cy="12491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b="0" dirty="0">
                <a:effectLst/>
                <a:latin typeface="+mn-ea"/>
              </a:rPr>
              <a:t>主要包括学生参与各级各类创新创业活动“中国国际大学生创新大赛”“挑战杯”等创新创业竞赛</a:t>
            </a:r>
            <a:r>
              <a:rPr lang="en-US" altLang="zh-CN" sz="1600" b="0" dirty="0">
                <a:effectLst/>
                <a:latin typeface="+mn-ea"/>
              </a:rPr>
              <a:t>)</a:t>
            </a:r>
            <a:r>
              <a:rPr lang="zh-CN" altLang="en-US" sz="1600" b="0" dirty="0">
                <a:effectLst/>
                <a:latin typeface="+mn-ea"/>
              </a:rPr>
              <a:t>、课题论文、出版专著、科技发明、创立企业。</a:t>
            </a:r>
            <a:endParaRPr lang="zh-CN" altLang="en-US" sz="1600" b="0" dirty="0">
              <a:effectLst/>
              <a:latin typeface="+mn-ea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022350" y="1480820"/>
            <a:ext cx="661670" cy="661670"/>
            <a:chOff x="1610" y="2556"/>
            <a:chExt cx="1042" cy="1042"/>
          </a:xfrm>
        </p:grpSpPr>
        <p:sp>
          <p:nvSpPr>
            <p:cNvPr id="5" name="椭圆 4"/>
            <p:cNvSpPr/>
            <p:nvPr/>
          </p:nvSpPr>
          <p:spPr>
            <a:xfrm>
              <a:off x="1610" y="2556"/>
              <a:ext cx="1042" cy="104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l"/>
              <a:endParaRPr lang="zh-CN" altLang="en-US" sz="140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5" name="任意多边形: 形状 24"/>
            <p:cNvSpPr/>
            <p:nvPr/>
          </p:nvSpPr>
          <p:spPr>
            <a:xfrm>
              <a:off x="1861" y="2842"/>
              <a:ext cx="539" cy="538"/>
            </a:xfrm>
            <a:custGeom>
              <a:avLst/>
              <a:gdLst>
                <a:gd name="T0" fmla="*/ 5136 w 5158"/>
                <a:gd name="T1" fmla="*/ 1919 h 5159"/>
                <a:gd name="T2" fmla="*/ 4927 w 5158"/>
                <a:gd name="T3" fmla="*/ 600 h 5159"/>
                <a:gd name="T4" fmla="*/ 4559 w 5158"/>
                <a:gd name="T5" fmla="*/ 232 h 5159"/>
                <a:gd name="T6" fmla="*/ 3240 w 5158"/>
                <a:gd name="T7" fmla="*/ 22 h 5159"/>
                <a:gd name="T8" fmla="*/ 2858 w 5158"/>
                <a:gd name="T9" fmla="*/ 147 h 5159"/>
                <a:gd name="T10" fmla="*/ 173 w 5158"/>
                <a:gd name="T11" fmla="*/ 2831 h 5159"/>
                <a:gd name="T12" fmla="*/ 173 w 5158"/>
                <a:gd name="T13" fmla="*/ 3457 h 5159"/>
                <a:gd name="T14" fmla="*/ 1701 w 5158"/>
                <a:gd name="T15" fmla="*/ 4986 h 5159"/>
                <a:gd name="T16" fmla="*/ 2327 w 5158"/>
                <a:gd name="T17" fmla="*/ 4986 h 5159"/>
                <a:gd name="T18" fmla="*/ 5012 w 5158"/>
                <a:gd name="T19" fmla="*/ 2301 h 5159"/>
                <a:gd name="T20" fmla="*/ 5136 w 5158"/>
                <a:gd name="T21" fmla="*/ 1919 h 5159"/>
                <a:gd name="T22" fmla="*/ 2212 w 5158"/>
                <a:gd name="T23" fmla="*/ 4643 h 5159"/>
                <a:gd name="T24" fmla="*/ 1968 w 5158"/>
                <a:gd name="T25" fmla="*/ 4643 h 5159"/>
                <a:gd name="T26" fmla="*/ 515 w 5158"/>
                <a:gd name="T27" fmla="*/ 3191 h 5159"/>
                <a:gd name="T28" fmla="*/ 515 w 5158"/>
                <a:gd name="T29" fmla="*/ 2946 h 5159"/>
                <a:gd name="T30" fmla="*/ 760 w 5158"/>
                <a:gd name="T31" fmla="*/ 2946 h 5159"/>
                <a:gd name="T32" fmla="*/ 2212 w 5158"/>
                <a:gd name="T33" fmla="*/ 4399 h 5159"/>
                <a:gd name="T34" fmla="*/ 2212 w 5158"/>
                <a:gd name="T35" fmla="*/ 4643 h 5159"/>
                <a:gd name="T36" fmla="*/ 4166 w 5158"/>
                <a:gd name="T37" fmla="*/ 1464 h 5159"/>
                <a:gd name="T38" fmla="*/ 3695 w 5158"/>
                <a:gd name="T39" fmla="*/ 1464 h 5159"/>
                <a:gd name="T40" fmla="*/ 3695 w 5158"/>
                <a:gd name="T41" fmla="*/ 993 h 5159"/>
                <a:gd name="T42" fmla="*/ 4166 w 5158"/>
                <a:gd name="T43" fmla="*/ 993 h 5159"/>
                <a:gd name="T44" fmla="*/ 4166 w 5158"/>
                <a:gd name="T45" fmla="*/ 1464 h 5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158" h="5159">
                  <a:moveTo>
                    <a:pt x="5136" y="1919"/>
                  </a:moveTo>
                  <a:lnTo>
                    <a:pt x="4927" y="600"/>
                  </a:lnTo>
                  <a:cubicBezTo>
                    <a:pt x="4897" y="411"/>
                    <a:pt x="4748" y="262"/>
                    <a:pt x="4559" y="232"/>
                  </a:cubicBezTo>
                  <a:lnTo>
                    <a:pt x="3240" y="22"/>
                  </a:lnTo>
                  <a:cubicBezTo>
                    <a:pt x="3100" y="0"/>
                    <a:pt x="2958" y="46"/>
                    <a:pt x="2858" y="147"/>
                  </a:cubicBezTo>
                  <a:lnTo>
                    <a:pt x="173" y="2831"/>
                  </a:lnTo>
                  <a:cubicBezTo>
                    <a:pt x="0" y="3004"/>
                    <a:pt x="0" y="3285"/>
                    <a:pt x="173" y="3457"/>
                  </a:cubicBezTo>
                  <a:lnTo>
                    <a:pt x="1701" y="4986"/>
                  </a:lnTo>
                  <a:cubicBezTo>
                    <a:pt x="1874" y="5159"/>
                    <a:pt x="2154" y="5159"/>
                    <a:pt x="2327" y="4986"/>
                  </a:cubicBezTo>
                  <a:lnTo>
                    <a:pt x="5012" y="2301"/>
                  </a:lnTo>
                  <a:cubicBezTo>
                    <a:pt x="5112" y="2201"/>
                    <a:pt x="5158" y="2059"/>
                    <a:pt x="5136" y="1919"/>
                  </a:cubicBezTo>
                  <a:close/>
                  <a:moveTo>
                    <a:pt x="2212" y="4643"/>
                  </a:moveTo>
                  <a:cubicBezTo>
                    <a:pt x="2145" y="4711"/>
                    <a:pt x="2035" y="4711"/>
                    <a:pt x="1968" y="4643"/>
                  </a:cubicBezTo>
                  <a:lnTo>
                    <a:pt x="515" y="3191"/>
                  </a:lnTo>
                  <a:cubicBezTo>
                    <a:pt x="448" y="3124"/>
                    <a:pt x="448" y="3014"/>
                    <a:pt x="515" y="2946"/>
                  </a:cubicBezTo>
                  <a:cubicBezTo>
                    <a:pt x="583" y="2879"/>
                    <a:pt x="692" y="2879"/>
                    <a:pt x="760" y="2946"/>
                  </a:cubicBezTo>
                  <a:lnTo>
                    <a:pt x="2212" y="4399"/>
                  </a:lnTo>
                  <a:cubicBezTo>
                    <a:pt x="2280" y="4466"/>
                    <a:pt x="2280" y="4576"/>
                    <a:pt x="2212" y="4643"/>
                  </a:cubicBezTo>
                  <a:close/>
                  <a:moveTo>
                    <a:pt x="4166" y="1464"/>
                  </a:moveTo>
                  <a:cubicBezTo>
                    <a:pt x="4036" y="1594"/>
                    <a:pt x="3825" y="1594"/>
                    <a:pt x="3695" y="1464"/>
                  </a:cubicBezTo>
                  <a:cubicBezTo>
                    <a:pt x="3565" y="1334"/>
                    <a:pt x="3565" y="1123"/>
                    <a:pt x="3695" y="993"/>
                  </a:cubicBezTo>
                  <a:cubicBezTo>
                    <a:pt x="3825" y="862"/>
                    <a:pt x="4036" y="862"/>
                    <a:pt x="4166" y="993"/>
                  </a:cubicBezTo>
                  <a:cubicBezTo>
                    <a:pt x="4296" y="1123"/>
                    <a:pt x="4296" y="1334"/>
                    <a:pt x="4166" y="14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en-US" sz="1600" dirty="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013460" y="3661410"/>
            <a:ext cx="661670" cy="661670"/>
            <a:chOff x="1610" y="6068"/>
            <a:chExt cx="1042" cy="1042"/>
          </a:xfrm>
        </p:grpSpPr>
        <p:sp>
          <p:nvSpPr>
            <p:cNvPr id="6" name="椭圆 5"/>
            <p:cNvSpPr/>
            <p:nvPr/>
          </p:nvSpPr>
          <p:spPr>
            <a:xfrm>
              <a:off x="1610" y="6068"/>
              <a:ext cx="1042" cy="104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l"/>
              <a:endParaRPr lang="zh-CN" altLang="en-US" sz="140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6" name="任意多边形: 形状 25"/>
            <p:cNvSpPr/>
            <p:nvPr/>
          </p:nvSpPr>
          <p:spPr>
            <a:xfrm>
              <a:off x="1861" y="6321"/>
              <a:ext cx="539" cy="538"/>
            </a:xfrm>
            <a:custGeom>
              <a:avLst/>
              <a:gdLst>
                <a:gd name="T0" fmla="*/ 370 w 413"/>
                <a:gd name="T1" fmla="*/ 139 h 413"/>
                <a:gd name="T2" fmla="*/ 353 w 413"/>
                <a:gd name="T3" fmla="*/ 61 h 413"/>
                <a:gd name="T4" fmla="*/ 274 w 413"/>
                <a:gd name="T5" fmla="*/ 43 h 413"/>
                <a:gd name="T6" fmla="*/ 207 w 413"/>
                <a:gd name="T7" fmla="*/ 0 h 413"/>
                <a:gd name="T8" fmla="*/ 139 w 413"/>
                <a:gd name="T9" fmla="*/ 43 h 413"/>
                <a:gd name="T10" fmla="*/ 43 w 413"/>
                <a:gd name="T11" fmla="*/ 103 h 413"/>
                <a:gd name="T12" fmla="*/ 18 w 413"/>
                <a:gd name="T13" fmla="*/ 164 h 413"/>
                <a:gd name="T14" fmla="*/ 18 w 413"/>
                <a:gd name="T15" fmla="*/ 249 h 413"/>
                <a:gd name="T16" fmla="*/ 43 w 413"/>
                <a:gd name="T17" fmla="*/ 310 h 413"/>
                <a:gd name="T18" fmla="*/ 103 w 413"/>
                <a:gd name="T19" fmla="*/ 370 h 413"/>
                <a:gd name="T20" fmla="*/ 164 w 413"/>
                <a:gd name="T21" fmla="*/ 396 h 413"/>
                <a:gd name="T22" fmla="*/ 249 w 413"/>
                <a:gd name="T23" fmla="*/ 396 h 413"/>
                <a:gd name="T24" fmla="*/ 310 w 413"/>
                <a:gd name="T25" fmla="*/ 370 h 413"/>
                <a:gd name="T26" fmla="*/ 370 w 413"/>
                <a:gd name="T27" fmla="*/ 274 h 413"/>
                <a:gd name="T28" fmla="*/ 413 w 413"/>
                <a:gd name="T29" fmla="*/ 207 h 413"/>
                <a:gd name="T30" fmla="*/ 146 w 413"/>
                <a:gd name="T31" fmla="*/ 261 h 413"/>
                <a:gd name="T32" fmla="*/ 104 w 413"/>
                <a:gd name="T33" fmla="*/ 225 h 413"/>
                <a:gd name="T34" fmla="*/ 88 w 413"/>
                <a:gd name="T35" fmla="*/ 192 h 413"/>
                <a:gd name="T36" fmla="*/ 89 w 413"/>
                <a:gd name="T37" fmla="*/ 261 h 413"/>
                <a:gd name="T38" fmla="*/ 69 w 413"/>
                <a:gd name="T39" fmla="*/ 167 h 413"/>
                <a:gd name="T40" fmla="*/ 113 w 413"/>
                <a:gd name="T41" fmla="*/ 201 h 413"/>
                <a:gd name="T42" fmla="*/ 129 w 413"/>
                <a:gd name="T43" fmla="*/ 233 h 413"/>
                <a:gd name="T44" fmla="*/ 127 w 413"/>
                <a:gd name="T45" fmla="*/ 167 h 413"/>
                <a:gd name="T46" fmla="*/ 146 w 413"/>
                <a:gd name="T47" fmla="*/ 261 h 413"/>
                <a:gd name="T48" fmla="*/ 224 w 413"/>
                <a:gd name="T49" fmla="*/ 261 h 413"/>
                <a:gd name="T50" fmla="*/ 165 w 413"/>
                <a:gd name="T51" fmla="*/ 167 h 413"/>
                <a:gd name="T52" fmla="*/ 222 w 413"/>
                <a:gd name="T53" fmla="*/ 185 h 413"/>
                <a:gd name="T54" fmla="*/ 186 w 413"/>
                <a:gd name="T55" fmla="*/ 204 h 413"/>
                <a:gd name="T56" fmla="*/ 220 w 413"/>
                <a:gd name="T57" fmla="*/ 221 h 413"/>
                <a:gd name="T58" fmla="*/ 186 w 413"/>
                <a:gd name="T59" fmla="*/ 243 h 413"/>
                <a:gd name="T60" fmla="*/ 224 w 413"/>
                <a:gd name="T61" fmla="*/ 261 h 413"/>
                <a:gd name="T62" fmla="*/ 327 w 413"/>
                <a:gd name="T63" fmla="*/ 261 h 413"/>
                <a:gd name="T64" fmla="*/ 297 w 413"/>
                <a:gd name="T65" fmla="*/ 220 h 413"/>
                <a:gd name="T66" fmla="*/ 292 w 413"/>
                <a:gd name="T67" fmla="*/ 192 h 413"/>
                <a:gd name="T68" fmla="*/ 278 w 413"/>
                <a:gd name="T69" fmla="*/ 261 h 413"/>
                <a:gd name="T70" fmla="*/ 232 w 413"/>
                <a:gd name="T71" fmla="*/ 167 h 413"/>
                <a:gd name="T72" fmla="*/ 262 w 413"/>
                <a:gd name="T73" fmla="*/ 206 h 413"/>
                <a:gd name="T74" fmla="*/ 268 w 413"/>
                <a:gd name="T75" fmla="*/ 238 h 413"/>
                <a:gd name="T76" fmla="*/ 282 w 413"/>
                <a:gd name="T77" fmla="*/ 167 h 413"/>
                <a:gd name="T78" fmla="*/ 312 w 413"/>
                <a:gd name="T79" fmla="*/ 207 h 413"/>
                <a:gd name="T80" fmla="*/ 317 w 413"/>
                <a:gd name="T81" fmla="*/ 238 h 413"/>
                <a:gd name="T82" fmla="*/ 330 w 413"/>
                <a:gd name="T83" fmla="*/ 167 h 413"/>
                <a:gd name="T84" fmla="*/ 327 w 413"/>
                <a:gd name="T85" fmla="*/ 261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13" h="413">
                  <a:moveTo>
                    <a:pt x="396" y="164"/>
                  </a:moveTo>
                  <a:lnTo>
                    <a:pt x="370" y="139"/>
                  </a:lnTo>
                  <a:lnTo>
                    <a:pt x="370" y="103"/>
                  </a:lnTo>
                  <a:cubicBezTo>
                    <a:pt x="370" y="87"/>
                    <a:pt x="364" y="72"/>
                    <a:pt x="353" y="61"/>
                  </a:cubicBezTo>
                  <a:cubicBezTo>
                    <a:pt x="341" y="49"/>
                    <a:pt x="326" y="43"/>
                    <a:pt x="310" y="43"/>
                  </a:cubicBezTo>
                  <a:lnTo>
                    <a:pt x="274" y="43"/>
                  </a:lnTo>
                  <a:lnTo>
                    <a:pt x="249" y="18"/>
                  </a:lnTo>
                  <a:cubicBezTo>
                    <a:pt x="238" y="6"/>
                    <a:pt x="223" y="0"/>
                    <a:pt x="207" y="0"/>
                  </a:cubicBezTo>
                  <a:cubicBezTo>
                    <a:pt x="191" y="0"/>
                    <a:pt x="176" y="6"/>
                    <a:pt x="164" y="18"/>
                  </a:cubicBezTo>
                  <a:lnTo>
                    <a:pt x="139" y="43"/>
                  </a:lnTo>
                  <a:lnTo>
                    <a:pt x="103" y="43"/>
                  </a:lnTo>
                  <a:cubicBezTo>
                    <a:pt x="70" y="43"/>
                    <a:pt x="43" y="70"/>
                    <a:pt x="43" y="103"/>
                  </a:cubicBezTo>
                  <a:lnTo>
                    <a:pt x="43" y="139"/>
                  </a:lnTo>
                  <a:lnTo>
                    <a:pt x="18" y="164"/>
                  </a:lnTo>
                  <a:cubicBezTo>
                    <a:pt x="6" y="176"/>
                    <a:pt x="0" y="191"/>
                    <a:pt x="0" y="207"/>
                  </a:cubicBezTo>
                  <a:cubicBezTo>
                    <a:pt x="0" y="223"/>
                    <a:pt x="6" y="238"/>
                    <a:pt x="18" y="249"/>
                  </a:cubicBezTo>
                  <a:lnTo>
                    <a:pt x="43" y="274"/>
                  </a:lnTo>
                  <a:lnTo>
                    <a:pt x="43" y="310"/>
                  </a:lnTo>
                  <a:cubicBezTo>
                    <a:pt x="43" y="326"/>
                    <a:pt x="49" y="341"/>
                    <a:pt x="61" y="353"/>
                  </a:cubicBezTo>
                  <a:cubicBezTo>
                    <a:pt x="72" y="364"/>
                    <a:pt x="87" y="370"/>
                    <a:pt x="103" y="370"/>
                  </a:cubicBezTo>
                  <a:lnTo>
                    <a:pt x="139" y="370"/>
                  </a:lnTo>
                  <a:lnTo>
                    <a:pt x="164" y="396"/>
                  </a:lnTo>
                  <a:cubicBezTo>
                    <a:pt x="176" y="407"/>
                    <a:pt x="191" y="413"/>
                    <a:pt x="207" y="413"/>
                  </a:cubicBezTo>
                  <a:cubicBezTo>
                    <a:pt x="223" y="413"/>
                    <a:pt x="238" y="407"/>
                    <a:pt x="249" y="396"/>
                  </a:cubicBezTo>
                  <a:lnTo>
                    <a:pt x="274" y="370"/>
                  </a:lnTo>
                  <a:lnTo>
                    <a:pt x="310" y="370"/>
                  </a:lnTo>
                  <a:cubicBezTo>
                    <a:pt x="343" y="370"/>
                    <a:pt x="370" y="343"/>
                    <a:pt x="370" y="310"/>
                  </a:cubicBezTo>
                  <a:lnTo>
                    <a:pt x="370" y="274"/>
                  </a:lnTo>
                  <a:lnTo>
                    <a:pt x="396" y="249"/>
                  </a:lnTo>
                  <a:cubicBezTo>
                    <a:pt x="407" y="238"/>
                    <a:pt x="413" y="223"/>
                    <a:pt x="413" y="207"/>
                  </a:cubicBezTo>
                  <a:cubicBezTo>
                    <a:pt x="413" y="191"/>
                    <a:pt x="407" y="176"/>
                    <a:pt x="396" y="164"/>
                  </a:cubicBezTo>
                  <a:close/>
                  <a:moveTo>
                    <a:pt x="146" y="261"/>
                  </a:moveTo>
                  <a:lnTo>
                    <a:pt x="124" y="261"/>
                  </a:lnTo>
                  <a:lnTo>
                    <a:pt x="104" y="225"/>
                  </a:lnTo>
                  <a:cubicBezTo>
                    <a:pt x="99" y="215"/>
                    <a:pt x="93" y="203"/>
                    <a:pt x="88" y="192"/>
                  </a:cubicBezTo>
                  <a:lnTo>
                    <a:pt x="88" y="192"/>
                  </a:lnTo>
                  <a:cubicBezTo>
                    <a:pt x="88" y="204"/>
                    <a:pt x="89" y="217"/>
                    <a:pt x="89" y="232"/>
                  </a:cubicBezTo>
                  <a:lnTo>
                    <a:pt x="89" y="261"/>
                  </a:lnTo>
                  <a:lnTo>
                    <a:pt x="69" y="261"/>
                  </a:lnTo>
                  <a:lnTo>
                    <a:pt x="69" y="167"/>
                  </a:lnTo>
                  <a:lnTo>
                    <a:pt x="94" y="167"/>
                  </a:lnTo>
                  <a:lnTo>
                    <a:pt x="113" y="201"/>
                  </a:lnTo>
                  <a:cubicBezTo>
                    <a:pt x="119" y="211"/>
                    <a:pt x="124" y="223"/>
                    <a:pt x="128" y="233"/>
                  </a:cubicBezTo>
                  <a:lnTo>
                    <a:pt x="129" y="233"/>
                  </a:lnTo>
                  <a:cubicBezTo>
                    <a:pt x="128" y="221"/>
                    <a:pt x="127" y="209"/>
                    <a:pt x="127" y="195"/>
                  </a:cubicBezTo>
                  <a:lnTo>
                    <a:pt x="127" y="167"/>
                  </a:lnTo>
                  <a:lnTo>
                    <a:pt x="146" y="167"/>
                  </a:lnTo>
                  <a:lnTo>
                    <a:pt x="146" y="261"/>
                  </a:lnTo>
                  <a:lnTo>
                    <a:pt x="146" y="261"/>
                  </a:lnTo>
                  <a:close/>
                  <a:moveTo>
                    <a:pt x="224" y="261"/>
                  </a:moveTo>
                  <a:lnTo>
                    <a:pt x="165" y="261"/>
                  </a:lnTo>
                  <a:lnTo>
                    <a:pt x="165" y="167"/>
                  </a:lnTo>
                  <a:lnTo>
                    <a:pt x="222" y="167"/>
                  </a:lnTo>
                  <a:lnTo>
                    <a:pt x="222" y="185"/>
                  </a:lnTo>
                  <a:lnTo>
                    <a:pt x="186" y="185"/>
                  </a:lnTo>
                  <a:lnTo>
                    <a:pt x="186" y="204"/>
                  </a:lnTo>
                  <a:lnTo>
                    <a:pt x="220" y="204"/>
                  </a:lnTo>
                  <a:lnTo>
                    <a:pt x="220" y="221"/>
                  </a:lnTo>
                  <a:lnTo>
                    <a:pt x="186" y="221"/>
                  </a:lnTo>
                  <a:lnTo>
                    <a:pt x="186" y="243"/>
                  </a:lnTo>
                  <a:lnTo>
                    <a:pt x="224" y="243"/>
                  </a:lnTo>
                  <a:lnTo>
                    <a:pt x="224" y="261"/>
                  </a:lnTo>
                  <a:lnTo>
                    <a:pt x="224" y="261"/>
                  </a:lnTo>
                  <a:close/>
                  <a:moveTo>
                    <a:pt x="327" y="261"/>
                  </a:moveTo>
                  <a:lnTo>
                    <a:pt x="305" y="261"/>
                  </a:lnTo>
                  <a:lnTo>
                    <a:pt x="297" y="220"/>
                  </a:lnTo>
                  <a:cubicBezTo>
                    <a:pt x="295" y="211"/>
                    <a:pt x="293" y="202"/>
                    <a:pt x="292" y="192"/>
                  </a:cubicBezTo>
                  <a:lnTo>
                    <a:pt x="292" y="192"/>
                  </a:lnTo>
                  <a:cubicBezTo>
                    <a:pt x="290" y="202"/>
                    <a:pt x="289" y="211"/>
                    <a:pt x="287" y="220"/>
                  </a:cubicBezTo>
                  <a:lnTo>
                    <a:pt x="278" y="261"/>
                  </a:lnTo>
                  <a:lnTo>
                    <a:pt x="255" y="261"/>
                  </a:lnTo>
                  <a:lnTo>
                    <a:pt x="232" y="167"/>
                  </a:lnTo>
                  <a:lnTo>
                    <a:pt x="255" y="167"/>
                  </a:lnTo>
                  <a:lnTo>
                    <a:pt x="262" y="206"/>
                  </a:lnTo>
                  <a:cubicBezTo>
                    <a:pt x="264" y="217"/>
                    <a:pt x="266" y="229"/>
                    <a:pt x="268" y="238"/>
                  </a:cubicBezTo>
                  <a:lnTo>
                    <a:pt x="268" y="238"/>
                  </a:lnTo>
                  <a:cubicBezTo>
                    <a:pt x="269" y="228"/>
                    <a:pt x="272" y="217"/>
                    <a:pt x="274" y="206"/>
                  </a:cubicBezTo>
                  <a:lnTo>
                    <a:pt x="282" y="167"/>
                  </a:lnTo>
                  <a:lnTo>
                    <a:pt x="304" y="167"/>
                  </a:lnTo>
                  <a:lnTo>
                    <a:pt x="312" y="207"/>
                  </a:lnTo>
                  <a:cubicBezTo>
                    <a:pt x="314" y="218"/>
                    <a:pt x="315" y="228"/>
                    <a:pt x="317" y="238"/>
                  </a:cubicBezTo>
                  <a:lnTo>
                    <a:pt x="317" y="238"/>
                  </a:lnTo>
                  <a:cubicBezTo>
                    <a:pt x="318" y="228"/>
                    <a:pt x="320" y="217"/>
                    <a:pt x="322" y="206"/>
                  </a:cubicBezTo>
                  <a:lnTo>
                    <a:pt x="330" y="167"/>
                  </a:lnTo>
                  <a:lnTo>
                    <a:pt x="351" y="167"/>
                  </a:lnTo>
                  <a:lnTo>
                    <a:pt x="327" y="26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600" dirty="0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6290310" y="3663950"/>
            <a:ext cx="661670" cy="661670"/>
            <a:chOff x="9906" y="6079"/>
            <a:chExt cx="1042" cy="1042"/>
          </a:xfrm>
        </p:grpSpPr>
        <p:sp>
          <p:nvSpPr>
            <p:cNvPr id="17" name="椭圆 16"/>
            <p:cNvSpPr/>
            <p:nvPr/>
          </p:nvSpPr>
          <p:spPr>
            <a:xfrm>
              <a:off x="9906" y="6079"/>
              <a:ext cx="1042" cy="104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l"/>
              <a:endParaRPr lang="zh-CN" altLang="en-US" sz="140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10163" y="6331"/>
              <a:ext cx="527" cy="539"/>
            </a:xfrm>
            <a:custGeom>
              <a:avLst/>
              <a:gdLst>
                <a:gd name="connsiteX0" fmla="*/ 47370 w 595290"/>
                <a:gd name="connsiteY0" fmla="*/ 369974 h 607921"/>
                <a:gd name="connsiteX1" fmla="*/ 48020 w 595290"/>
                <a:gd name="connsiteY1" fmla="*/ 369974 h 607921"/>
                <a:gd name="connsiteX2" fmla="*/ 96040 w 595290"/>
                <a:gd name="connsiteY2" fmla="*/ 417923 h 607921"/>
                <a:gd name="connsiteX3" fmla="*/ 48020 w 595290"/>
                <a:gd name="connsiteY3" fmla="*/ 465872 h 607921"/>
                <a:gd name="connsiteX4" fmla="*/ 47370 w 595290"/>
                <a:gd name="connsiteY4" fmla="*/ 465872 h 607921"/>
                <a:gd name="connsiteX5" fmla="*/ 37366 w 595290"/>
                <a:gd name="connsiteY5" fmla="*/ 464673 h 607921"/>
                <a:gd name="connsiteX6" fmla="*/ 27361 w 595290"/>
                <a:gd name="connsiteY6" fmla="*/ 461177 h 607921"/>
                <a:gd name="connsiteX7" fmla="*/ 0 w 595290"/>
                <a:gd name="connsiteY7" fmla="*/ 417923 h 607921"/>
                <a:gd name="connsiteX8" fmla="*/ 27361 w 595290"/>
                <a:gd name="connsiteY8" fmla="*/ 374619 h 607921"/>
                <a:gd name="connsiteX9" fmla="*/ 37366 w 595290"/>
                <a:gd name="connsiteY9" fmla="*/ 371173 h 607921"/>
                <a:gd name="connsiteX10" fmla="*/ 47370 w 595290"/>
                <a:gd name="connsiteY10" fmla="*/ 369974 h 607921"/>
                <a:gd name="connsiteX11" fmla="*/ 547270 w 595290"/>
                <a:gd name="connsiteY11" fmla="*/ 369833 h 607921"/>
                <a:gd name="connsiteX12" fmla="*/ 557274 w 595290"/>
                <a:gd name="connsiteY12" fmla="*/ 370882 h 607921"/>
                <a:gd name="connsiteX13" fmla="*/ 567278 w 595290"/>
                <a:gd name="connsiteY13" fmla="*/ 374228 h 607921"/>
                <a:gd name="connsiteX14" fmla="*/ 595290 w 595290"/>
                <a:gd name="connsiteY14" fmla="*/ 417828 h 607921"/>
                <a:gd name="connsiteX15" fmla="*/ 567278 w 595290"/>
                <a:gd name="connsiteY15" fmla="*/ 461478 h 607921"/>
                <a:gd name="connsiteX16" fmla="*/ 557274 w 595290"/>
                <a:gd name="connsiteY16" fmla="*/ 464774 h 607921"/>
                <a:gd name="connsiteX17" fmla="*/ 547270 w 595290"/>
                <a:gd name="connsiteY17" fmla="*/ 465873 h 607921"/>
                <a:gd name="connsiteX18" fmla="*/ 499250 w 595290"/>
                <a:gd name="connsiteY18" fmla="*/ 417928 h 607921"/>
                <a:gd name="connsiteX19" fmla="*/ 547270 w 595290"/>
                <a:gd name="connsiteY19" fmla="*/ 369833 h 607921"/>
                <a:gd name="connsiteX20" fmla="*/ 172366 w 595290"/>
                <a:gd name="connsiteY20" fmla="*/ 284449 h 607921"/>
                <a:gd name="connsiteX21" fmla="*/ 297363 w 595290"/>
                <a:gd name="connsiteY21" fmla="*/ 306124 h 607921"/>
                <a:gd name="connsiteX22" fmla="*/ 422360 w 595290"/>
                <a:gd name="connsiteY22" fmla="*/ 284449 h 607921"/>
                <a:gd name="connsiteX23" fmla="*/ 535652 w 595290"/>
                <a:gd name="connsiteY23" fmla="*/ 302128 h 607921"/>
                <a:gd name="connsiteX24" fmla="*/ 547306 w 595290"/>
                <a:gd name="connsiteY24" fmla="*/ 318010 h 607921"/>
                <a:gd name="connsiteX25" fmla="*/ 547306 w 595290"/>
                <a:gd name="connsiteY25" fmla="*/ 345977 h 607921"/>
                <a:gd name="connsiteX26" fmla="*/ 496387 w 595290"/>
                <a:gd name="connsiteY26" fmla="*/ 367002 h 607921"/>
                <a:gd name="connsiteX27" fmla="*/ 475279 w 595290"/>
                <a:gd name="connsiteY27" fmla="*/ 417893 h 607921"/>
                <a:gd name="connsiteX28" fmla="*/ 496387 w 595290"/>
                <a:gd name="connsiteY28" fmla="*/ 468734 h 607921"/>
                <a:gd name="connsiteX29" fmla="*/ 547306 w 595290"/>
                <a:gd name="connsiteY29" fmla="*/ 489809 h 607921"/>
                <a:gd name="connsiteX30" fmla="*/ 547306 w 595290"/>
                <a:gd name="connsiteY30" fmla="*/ 586197 h 607921"/>
                <a:gd name="connsiteX31" fmla="*/ 530700 w 595290"/>
                <a:gd name="connsiteY31" fmla="*/ 602877 h 607921"/>
                <a:gd name="connsiteX32" fmla="*/ 527299 w 595290"/>
                <a:gd name="connsiteY32" fmla="*/ 602527 h 607921"/>
                <a:gd name="connsiteX33" fmla="*/ 422360 w 595290"/>
                <a:gd name="connsiteY33" fmla="*/ 594087 h 607921"/>
                <a:gd name="connsiteX34" fmla="*/ 297363 w 595290"/>
                <a:gd name="connsiteY34" fmla="*/ 607921 h 607921"/>
                <a:gd name="connsiteX35" fmla="*/ 172366 w 595290"/>
                <a:gd name="connsiteY35" fmla="*/ 594087 h 607921"/>
                <a:gd name="connsiteX36" fmla="*/ 67427 w 595290"/>
                <a:gd name="connsiteY36" fmla="*/ 602527 h 607921"/>
                <a:gd name="connsiteX37" fmla="*/ 64026 w 595290"/>
                <a:gd name="connsiteY37" fmla="*/ 602877 h 607921"/>
                <a:gd name="connsiteX38" fmla="*/ 47420 w 595290"/>
                <a:gd name="connsiteY38" fmla="*/ 586197 h 607921"/>
                <a:gd name="connsiteX39" fmla="*/ 47420 w 595290"/>
                <a:gd name="connsiteY39" fmla="*/ 489809 h 607921"/>
                <a:gd name="connsiteX40" fmla="*/ 48070 w 595290"/>
                <a:gd name="connsiteY40" fmla="*/ 489809 h 607921"/>
                <a:gd name="connsiteX41" fmla="*/ 99039 w 595290"/>
                <a:gd name="connsiteY41" fmla="*/ 468734 h 607921"/>
                <a:gd name="connsiteX42" fmla="*/ 120097 w 595290"/>
                <a:gd name="connsiteY42" fmla="*/ 417893 h 607921"/>
                <a:gd name="connsiteX43" fmla="*/ 99039 w 595290"/>
                <a:gd name="connsiteY43" fmla="*/ 367002 h 607921"/>
                <a:gd name="connsiteX44" fmla="*/ 48070 w 595290"/>
                <a:gd name="connsiteY44" fmla="*/ 345977 h 607921"/>
                <a:gd name="connsiteX45" fmla="*/ 47420 w 595290"/>
                <a:gd name="connsiteY45" fmla="*/ 345977 h 607921"/>
                <a:gd name="connsiteX46" fmla="*/ 47420 w 595290"/>
                <a:gd name="connsiteY46" fmla="*/ 318010 h 607921"/>
                <a:gd name="connsiteX47" fmla="*/ 59074 w 595290"/>
                <a:gd name="connsiteY47" fmla="*/ 302128 h 607921"/>
                <a:gd name="connsiteX48" fmla="*/ 172366 w 595290"/>
                <a:gd name="connsiteY48" fmla="*/ 284449 h 607921"/>
                <a:gd name="connsiteX49" fmla="*/ 297363 w 595290"/>
                <a:gd name="connsiteY49" fmla="*/ 0 h 607921"/>
                <a:gd name="connsiteX50" fmla="*/ 432355 w 595290"/>
                <a:gd name="connsiteY50" fmla="*/ 134780 h 607921"/>
                <a:gd name="connsiteX51" fmla="*/ 297363 w 595290"/>
                <a:gd name="connsiteY51" fmla="*/ 269560 h 607921"/>
                <a:gd name="connsiteX52" fmla="*/ 162371 w 595290"/>
                <a:gd name="connsiteY52" fmla="*/ 134780 h 607921"/>
                <a:gd name="connsiteX53" fmla="*/ 297363 w 595290"/>
                <a:gd name="connsiteY53" fmla="*/ 0 h 607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595290" h="607921">
                  <a:moveTo>
                    <a:pt x="47370" y="369974"/>
                  </a:moveTo>
                  <a:lnTo>
                    <a:pt x="48020" y="369974"/>
                  </a:lnTo>
                  <a:cubicBezTo>
                    <a:pt x="74581" y="369974"/>
                    <a:pt x="96040" y="391401"/>
                    <a:pt x="96040" y="417923"/>
                  </a:cubicBezTo>
                  <a:cubicBezTo>
                    <a:pt x="96040" y="444395"/>
                    <a:pt x="74581" y="465872"/>
                    <a:pt x="48020" y="465872"/>
                  </a:cubicBezTo>
                  <a:lnTo>
                    <a:pt x="47370" y="465872"/>
                  </a:lnTo>
                  <a:cubicBezTo>
                    <a:pt x="43968" y="465772"/>
                    <a:pt x="40567" y="465373"/>
                    <a:pt x="37366" y="464673"/>
                  </a:cubicBezTo>
                  <a:cubicBezTo>
                    <a:pt x="33864" y="463874"/>
                    <a:pt x="30463" y="462725"/>
                    <a:pt x="27361" y="461177"/>
                  </a:cubicBezTo>
                  <a:cubicBezTo>
                    <a:pt x="11205" y="453485"/>
                    <a:pt x="0" y="437003"/>
                    <a:pt x="0" y="417923"/>
                  </a:cubicBezTo>
                  <a:cubicBezTo>
                    <a:pt x="0" y="398793"/>
                    <a:pt x="11155" y="382361"/>
                    <a:pt x="27361" y="374619"/>
                  </a:cubicBezTo>
                  <a:cubicBezTo>
                    <a:pt x="30463" y="373071"/>
                    <a:pt x="33864" y="371972"/>
                    <a:pt x="37366" y="371173"/>
                  </a:cubicBezTo>
                  <a:cubicBezTo>
                    <a:pt x="40617" y="370424"/>
                    <a:pt x="43968" y="370024"/>
                    <a:pt x="47370" y="369974"/>
                  </a:cubicBezTo>
                  <a:close/>
                  <a:moveTo>
                    <a:pt x="547270" y="369833"/>
                  </a:moveTo>
                  <a:cubicBezTo>
                    <a:pt x="550671" y="369833"/>
                    <a:pt x="554073" y="370233"/>
                    <a:pt x="557274" y="370882"/>
                  </a:cubicBezTo>
                  <a:cubicBezTo>
                    <a:pt x="560726" y="371631"/>
                    <a:pt x="564127" y="372780"/>
                    <a:pt x="567278" y="374228"/>
                  </a:cubicBezTo>
                  <a:cubicBezTo>
                    <a:pt x="583835" y="381819"/>
                    <a:pt x="595290" y="398450"/>
                    <a:pt x="595290" y="417828"/>
                  </a:cubicBezTo>
                  <a:cubicBezTo>
                    <a:pt x="595290" y="437206"/>
                    <a:pt x="583835" y="453887"/>
                    <a:pt x="567278" y="461478"/>
                  </a:cubicBezTo>
                  <a:cubicBezTo>
                    <a:pt x="564127" y="462927"/>
                    <a:pt x="560726" y="464075"/>
                    <a:pt x="557274" y="464774"/>
                  </a:cubicBezTo>
                  <a:cubicBezTo>
                    <a:pt x="554073" y="465524"/>
                    <a:pt x="550671" y="465873"/>
                    <a:pt x="547270" y="465873"/>
                  </a:cubicBezTo>
                  <a:cubicBezTo>
                    <a:pt x="520709" y="465873"/>
                    <a:pt x="499250" y="444398"/>
                    <a:pt x="499250" y="417928"/>
                  </a:cubicBezTo>
                  <a:cubicBezTo>
                    <a:pt x="499250" y="391458"/>
                    <a:pt x="520709" y="369983"/>
                    <a:pt x="547270" y="369833"/>
                  </a:cubicBezTo>
                  <a:close/>
                  <a:moveTo>
                    <a:pt x="172366" y="284449"/>
                  </a:moveTo>
                  <a:cubicBezTo>
                    <a:pt x="241392" y="284449"/>
                    <a:pt x="297363" y="306124"/>
                    <a:pt x="297363" y="306124"/>
                  </a:cubicBezTo>
                  <a:cubicBezTo>
                    <a:pt x="297363" y="306124"/>
                    <a:pt x="353334" y="284449"/>
                    <a:pt x="422360" y="284449"/>
                  </a:cubicBezTo>
                  <a:cubicBezTo>
                    <a:pt x="472478" y="284449"/>
                    <a:pt x="515794" y="295886"/>
                    <a:pt x="535652" y="302128"/>
                  </a:cubicBezTo>
                  <a:cubicBezTo>
                    <a:pt x="542604" y="304276"/>
                    <a:pt x="547306" y="310718"/>
                    <a:pt x="547306" y="318010"/>
                  </a:cubicBezTo>
                  <a:lnTo>
                    <a:pt x="547306" y="345977"/>
                  </a:lnTo>
                  <a:cubicBezTo>
                    <a:pt x="528049" y="345977"/>
                    <a:pt x="509992" y="353418"/>
                    <a:pt x="496387" y="367002"/>
                  </a:cubicBezTo>
                  <a:cubicBezTo>
                    <a:pt x="482782" y="380587"/>
                    <a:pt x="475279" y="398716"/>
                    <a:pt x="475279" y="417893"/>
                  </a:cubicBezTo>
                  <a:cubicBezTo>
                    <a:pt x="475279" y="437121"/>
                    <a:pt x="482782" y="455150"/>
                    <a:pt x="496387" y="468734"/>
                  </a:cubicBezTo>
                  <a:cubicBezTo>
                    <a:pt x="509992" y="482318"/>
                    <a:pt x="528099" y="489809"/>
                    <a:pt x="547306" y="489809"/>
                  </a:cubicBezTo>
                  <a:lnTo>
                    <a:pt x="547306" y="586197"/>
                  </a:lnTo>
                  <a:cubicBezTo>
                    <a:pt x="547306" y="595586"/>
                    <a:pt x="539703" y="602877"/>
                    <a:pt x="530700" y="602877"/>
                  </a:cubicBezTo>
                  <a:cubicBezTo>
                    <a:pt x="529599" y="602877"/>
                    <a:pt x="528449" y="602727"/>
                    <a:pt x="527299" y="602527"/>
                  </a:cubicBezTo>
                  <a:cubicBezTo>
                    <a:pt x="502039" y="597334"/>
                    <a:pt x="464425" y="594087"/>
                    <a:pt x="422360" y="594087"/>
                  </a:cubicBezTo>
                  <a:cubicBezTo>
                    <a:pt x="366939" y="594087"/>
                    <a:pt x="319171" y="599731"/>
                    <a:pt x="297363" y="607921"/>
                  </a:cubicBezTo>
                  <a:cubicBezTo>
                    <a:pt x="275505" y="599731"/>
                    <a:pt x="227737" y="594087"/>
                    <a:pt x="172366" y="594087"/>
                  </a:cubicBezTo>
                  <a:cubicBezTo>
                    <a:pt x="130301" y="594087"/>
                    <a:pt x="92687" y="597383"/>
                    <a:pt x="67427" y="602527"/>
                  </a:cubicBezTo>
                  <a:cubicBezTo>
                    <a:pt x="66277" y="602727"/>
                    <a:pt x="65127" y="602877"/>
                    <a:pt x="64026" y="602877"/>
                  </a:cubicBezTo>
                  <a:cubicBezTo>
                    <a:pt x="55073" y="602877"/>
                    <a:pt x="47420" y="595586"/>
                    <a:pt x="47420" y="586197"/>
                  </a:cubicBezTo>
                  <a:lnTo>
                    <a:pt x="47420" y="489809"/>
                  </a:lnTo>
                  <a:lnTo>
                    <a:pt x="48070" y="489809"/>
                  </a:lnTo>
                  <a:cubicBezTo>
                    <a:pt x="67327" y="489809"/>
                    <a:pt x="85434" y="482318"/>
                    <a:pt x="99039" y="468734"/>
                  </a:cubicBezTo>
                  <a:cubicBezTo>
                    <a:pt x="112644" y="455150"/>
                    <a:pt x="120097" y="437071"/>
                    <a:pt x="120097" y="417893"/>
                  </a:cubicBezTo>
                  <a:cubicBezTo>
                    <a:pt x="120097" y="398616"/>
                    <a:pt x="112644" y="380587"/>
                    <a:pt x="99039" y="367002"/>
                  </a:cubicBezTo>
                  <a:cubicBezTo>
                    <a:pt x="85434" y="353418"/>
                    <a:pt x="67277" y="345977"/>
                    <a:pt x="48070" y="345977"/>
                  </a:cubicBezTo>
                  <a:lnTo>
                    <a:pt x="47420" y="345977"/>
                  </a:lnTo>
                  <a:lnTo>
                    <a:pt x="47420" y="318010"/>
                  </a:lnTo>
                  <a:cubicBezTo>
                    <a:pt x="47420" y="310718"/>
                    <a:pt x="52122" y="304326"/>
                    <a:pt x="59074" y="302128"/>
                  </a:cubicBezTo>
                  <a:cubicBezTo>
                    <a:pt x="78932" y="295886"/>
                    <a:pt x="122248" y="284449"/>
                    <a:pt x="172366" y="284449"/>
                  </a:cubicBezTo>
                  <a:close/>
                  <a:moveTo>
                    <a:pt x="297363" y="0"/>
                  </a:moveTo>
                  <a:cubicBezTo>
                    <a:pt x="371917" y="0"/>
                    <a:pt x="432355" y="60343"/>
                    <a:pt x="432355" y="134780"/>
                  </a:cubicBezTo>
                  <a:cubicBezTo>
                    <a:pt x="432355" y="209217"/>
                    <a:pt x="371917" y="269560"/>
                    <a:pt x="297363" y="269560"/>
                  </a:cubicBezTo>
                  <a:cubicBezTo>
                    <a:pt x="222809" y="269560"/>
                    <a:pt x="162371" y="209217"/>
                    <a:pt x="162371" y="134780"/>
                  </a:cubicBezTo>
                  <a:cubicBezTo>
                    <a:pt x="162371" y="60343"/>
                    <a:pt x="222809" y="0"/>
                    <a:pt x="29736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600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290310" y="1480820"/>
            <a:ext cx="661670" cy="661670"/>
            <a:chOff x="9906" y="2528"/>
            <a:chExt cx="1042" cy="1042"/>
          </a:xfrm>
        </p:grpSpPr>
        <p:sp>
          <p:nvSpPr>
            <p:cNvPr id="16" name="椭圆 15"/>
            <p:cNvSpPr/>
            <p:nvPr/>
          </p:nvSpPr>
          <p:spPr>
            <a:xfrm>
              <a:off x="9906" y="2528"/>
              <a:ext cx="1042" cy="104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l"/>
              <a:endParaRPr lang="zh-CN" altLang="en-US" sz="140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0" name="任意多边形: 形状 29"/>
            <p:cNvSpPr/>
            <p:nvPr/>
          </p:nvSpPr>
          <p:spPr>
            <a:xfrm>
              <a:off x="10173" y="2779"/>
              <a:ext cx="507" cy="539"/>
            </a:xfrm>
            <a:custGeom>
              <a:avLst/>
              <a:gdLst>
                <a:gd name="connsiteX0" fmla="*/ 285671 w 571362"/>
                <a:gd name="connsiteY0" fmla="*/ 470107 h 606722"/>
                <a:gd name="connsiteX1" fmla="*/ 374169 w 571362"/>
                <a:gd name="connsiteY1" fmla="*/ 512238 h 606722"/>
                <a:gd name="connsiteX2" fmla="*/ 369717 w 571362"/>
                <a:gd name="connsiteY2" fmla="*/ 522815 h 606722"/>
                <a:gd name="connsiteX3" fmla="*/ 285671 w 571362"/>
                <a:gd name="connsiteY3" fmla="*/ 606722 h 606722"/>
                <a:gd name="connsiteX4" fmla="*/ 201625 w 571362"/>
                <a:gd name="connsiteY4" fmla="*/ 522815 h 606722"/>
                <a:gd name="connsiteX5" fmla="*/ 197262 w 571362"/>
                <a:gd name="connsiteY5" fmla="*/ 512238 h 606722"/>
                <a:gd name="connsiteX6" fmla="*/ 285671 w 571362"/>
                <a:gd name="connsiteY6" fmla="*/ 470107 h 606722"/>
                <a:gd name="connsiteX7" fmla="*/ 403524 w 571362"/>
                <a:gd name="connsiteY7" fmla="*/ 393967 h 606722"/>
                <a:gd name="connsiteX8" fmla="*/ 384914 w 571362"/>
                <a:gd name="connsiteY8" fmla="*/ 481539 h 606722"/>
                <a:gd name="connsiteX9" fmla="*/ 318846 w 571362"/>
                <a:gd name="connsiteY9" fmla="*/ 451044 h 606722"/>
                <a:gd name="connsiteX10" fmla="*/ 388387 w 571362"/>
                <a:gd name="connsiteY10" fmla="*/ 405169 h 606722"/>
                <a:gd name="connsiteX11" fmla="*/ 403524 w 571362"/>
                <a:gd name="connsiteY11" fmla="*/ 393967 h 606722"/>
                <a:gd name="connsiteX12" fmla="*/ 167906 w 571362"/>
                <a:gd name="connsiteY12" fmla="*/ 393967 h 606722"/>
                <a:gd name="connsiteX13" fmla="*/ 183034 w 571362"/>
                <a:gd name="connsiteY13" fmla="*/ 405169 h 606722"/>
                <a:gd name="connsiteX14" fmla="*/ 252443 w 571362"/>
                <a:gd name="connsiteY14" fmla="*/ 451044 h 606722"/>
                <a:gd name="connsiteX15" fmla="*/ 186504 w 571362"/>
                <a:gd name="connsiteY15" fmla="*/ 481539 h 606722"/>
                <a:gd name="connsiteX16" fmla="*/ 167906 w 571362"/>
                <a:gd name="connsiteY16" fmla="*/ 393967 h 606722"/>
                <a:gd name="connsiteX17" fmla="*/ 483987 w 571362"/>
                <a:gd name="connsiteY17" fmla="*/ 326436 h 606722"/>
                <a:gd name="connsiteX18" fmla="*/ 571215 w 571362"/>
                <a:gd name="connsiteY18" fmla="*/ 468871 h 606722"/>
                <a:gd name="connsiteX19" fmla="*/ 561602 w 571362"/>
                <a:gd name="connsiteY19" fmla="*/ 498549 h 606722"/>
                <a:gd name="connsiteX20" fmla="*/ 427733 w 571362"/>
                <a:gd name="connsiteY20" fmla="*/ 496860 h 606722"/>
                <a:gd name="connsiteX21" fmla="*/ 415450 w 571362"/>
                <a:gd name="connsiteY21" fmla="*/ 492862 h 606722"/>
                <a:gd name="connsiteX22" fmla="*/ 439304 w 571362"/>
                <a:gd name="connsiteY22" fmla="*/ 365888 h 606722"/>
                <a:gd name="connsiteX23" fmla="*/ 483987 w 571362"/>
                <a:gd name="connsiteY23" fmla="*/ 326436 h 606722"/>
                <a:gd name="connsiteX24" fmla="*/ 87462 w 571362"/>
                <a:gd name="connsiteY24" fmla="*/ 326436 h 606722"/>
                <a:gd name="connsiteX25" fmla="*/ 132145 w 571362"/>
                <a:gd name="connsiteY25" fmla="*/ 365899 h 606722"/>
                <a:gd name="connsiteX26" fmla="*/ 155910 w 571362"/>
                <a:gd name="connsiteY26" fmla="*/ 492907 h 606722"/>
                <a:gd name="connsiteX27" fmla="*/ 143716 w 571362"/>
                <a:gd name="connsiteY27" fmla="*/ 496907 h 606722"/>
                <a:gd name="connsiteX28" fmla="*/ 9758 w 571362"/>
                <a:gd name="connsiteY28" fmla="*/ 498596 h 606722"/>
                <a:gd name="connsiteX29" fmla="*/ 145 w 571362"/>
                <a:gd name="connsiteY29" fmla="*/ 468910 h 606722"/>
                <a:gd name="connsiteX30" fmla="*/ 87462 w 571362"/>
                <a:gd name="connsiteY30" fmla="*/ 326436 h 606722"/>
                <a:gd name="connsiteX31" fmla="*/ 441700 w 571362"/>
                <a:gd name="connsiteY31" fmla="*/ 285931 h 606722"/>
                <a:gd name="connsiteX32" fmla="*/ 460682 w 571362"/>
                <a:gd name="connsiteY32" fmla="*/ 303352 h 606722"/>
                <a:gd name="connsiteX33" fmla="*/ 441700 w 571362"/>
                <a:gd name="connsiteY33" fmla="*/ 320861 h 606722"/>
                <a:gd name="connsiteX34" fmla="*/ 441878 w 571362"/>
                <a:gd name="connsiteY34" fmla="*/ 303352 h 606722"/>
                <a:gd name="connsiteX35" fmla="*/ 441700 w 571362"/>
                <a:gd name="connsiteY35" fmla="*/ 285931 h 606722"/>
                <a:gd name="connsiteX36" fmla="*/ 129660 w 571362"/>
                <a:gd name="connsiteY36" fmla="*/ 285931 h 606722"/>
                <a:gd name="connsiteX37" fmla="*/ 129482 w 571362"/>
                <a:gd name="connsiteY37" fmla="*/ 303352 h 606722"/>
                <a:gd name="connsiteX38" fmla="*/ 129660 w 571362"/>
                <a:gd name="connsiteY38" fmla="*/ 320861 h 606722"/>
                <a:gd name="connsiteX39" fmla="*/ 110678 w 571362"/>
                <a:gd name="connsiteY39" fmla="*/ 303352 h 606722"/>
                <a:gd name="connsiteX40" fmla="*/ 129660 w 571362"/>
                <a:gd name="connsiteY40" fmla="*/ 285931 h 606722"/>
                <a:gd name="connsiteX41" fmla="*/ 285715 w 571362"/>
                <a:gd name="connsiteY41" fmla="*/ 279439 h 606722"/>
                <a:gd name="connsiteX42" fmla="*/ 309672 w 571362"/>
                <a:gd name="connsiteY42" fmla="*/ 303396 h 606722"/>
                <a:gd name="connsiteX43" fmla="*/ 285715 w 571362"/>
                <a:gd name="connsiteY43" fmla="*/ 327353 h 606722"/>
                <a:gd name="connsiteX44" fmla="*/ 261758 w 571362"/>
                <a:gd name="connsiteY44" fmla="*/ 303396 h 606722"/>
                <a:gd name="connsiteX45" fmla="*/ 285715 w 571362"/>
                <a:gd name="connsiteY45" fmla="*/ 279439 h 606722"/>
                <a:gd name="connsiteX46" fmla="*/ 285680 w 571362"/>
                <a:gd name="connsiteY46" fmla="*/ 246856 h 606722"/>
                <a:gd name="connsiteX47" fmla="*/ 229160 w 571362"/>
                <a:gd name="connsiteY47" fmla="*/ 303291 h 606722"/>
                <a:gd name="connsiteX48" fmla="*/ 285680 w 571362"/>
                <a:gd name="connsiteY48" fmla="*/ 359814 h 606722"/>
                <a:gd name="connsiteX49" fmla="*/ 342288 w 571362"/>
                <a:gd name="connsiteY49" fmla="*/ 303291 h 606722"/>
                <a:gd name="connsiteX50" fmla="*/ 285680 w 571362"/>
                <a:gd name="connsiteY50" fmla="*/ 246856 h 606722"/>
                <a:gd name="connsiteX51" fmla="*/ 285680 w 571362"/>
                <a:gd name="connsiteY51" fmla="*/ 173803 h 606722"/>
                <a:gd name="connsiteX52" fmla="*/ 369346 w 571362"/>
                <a:gd name="connsiteY52" fmla="*/ 227926 h 606722"/>
                <a:gd name="connsiteX53" fmla="*/ 407886 w 571362"/>
                <a:gd name="connsiteY53" fmla="*/ 257254 h 606722"/>
                <a:gd name="connsiteX54" fmla="*/ 409310 w 571362"/>
                <a:gd name="connsiteY54" fmla="*/ 303291 h 606722"/>
                <a:gd name="connsiteX55" fmla="*/ 407886 w 571362"/>
                <a:gd name="connsiteY55" fmla="*/ 349327 h 606722"/>
                <a:gd name="connsiteX56" fmla="*/ 369346 w 571362"/>
                <a:gd name="connsiteY56" fmla="*/ 378743 h 606722"/>
                <a:gd name="connsiteX57" fmla="*/ 285680 w 571362"/>
                <a:gd name="connsiteY57" fmla="*/ 432778 h 606722"/>
                <a:gd name="connsiteX58" fmla="*/ 202102 w 571362"/>
                <a:gd name="connsiteY58" fmla="*/ 378743 h 606722"/>
                <a:gd name="connsiteX59" fmla="*/ 163562 w 571362"/>
                <a:gd name="connsiteY59" fmla="*/ 349327 h 606722"/>
                <a:gd name="connsiteX60" fmla="*/ 162049 w 571362"/>
                <a:gd name="connsiteY60" fmla="*/ 303291 h 606722"/>
                <a:gd name="connsiteX61" fmla="*/ 163562 w 571362"/>
                <a:gd name="connsiteY61" fmla="*/ 257254 h 606722"/>
                <a:gd name="connsiteX62" fmla="*/ 202102 w 571362"/>
                <a:gd name="connsiteY62" fmla="*/ 227926 h 606722"/>
                <a:gd name="connsiteX63" fmla="*/ 285680 w 571362"/>
                <a:gd name="connsiteY63" fmla="*/ 173803 h 606722"/>
                <a:gd name="connsiteX64" fmla="*/ 384914 w 571362"/>
                <a:gd name="connsiteY64" fmla="*/ 125113 h 606722"/>
                <a:gd name="connsiteX65" fmla="*/ 403524 w 571362"/>
                <a:gd name="connsiteY65" fmla="*/ 212685 h 606722"/>
                <a:gd name="connsiteX66" fmla="*/ 388387 w 571362"/>
                <a:gd name="connsiteY66" fmla="*/ 201572 h 606722"/>
                <a:gd name="connsiteX67" fmla="*/ 318846 w 571362"/>
                <a:gd name="connsiteY67" fmla="*/ 155608 h 606722"/>
                <a:gd name="connsiteX68" fmla="*/ 384914 w 571362"/>
                <a:gd name="connsiteY68" fmla="*/ 125113 h 606722"/>
                <a:gd name="connsiteX69" fmla="*/ 186504 w 571362"/>
                <a:gd name="connsiteY69" fmla="*/ 125113 h 606722"/>
                <a:gd name="connsiteX70" fmla="*/ 252443 w 571362"/>
                <a:gd name="connsiteY70" fmla="*/ 155608 h 606722"/>
                <a:gd name="connsiteX71" fmla="*/ 183034 w 571362"/>
                <a:gd name="connsiteY71" fmla="*/ 201572 h 606722"/>
                <a:gd name="connsiteX72" fmla="*/ 167906 w 571362"/>
                <a:gd name="connsiteY72" fmla="*/ 212685 h 606722"/>
                <a:gd name="connsiteX73" fmla="*/ 186504 w 571362"/>
                <a:gd name="connsiteY73" fmla="*/ 125113 h 606722"/>
                <a:gd name="connsiteX74" fmla="*/ 513359 w 571362"/>
                <a:gd name="connsiteY74" fmla="*/ 94417 h 606722"/>
                <a:gd name="connsiteX75" fmla="*/ 561602 w 571362"/>
                <a:gd name="connsiteY75" fmla="*/ 108100 h 606722"/>
                <a:gd name="connsiteX76" fmla="*/ 571215 w 571362"/>
                <a:gd name="connsiteY76" fmla="*/ 137863 h 606722"/>
                <a:gd name="connsiteX77" fmla="*/ 483987 w 571362"/>
                <a:gd name="connsiteY77" fmla="*/ 280286 h 606722"/>
                <a:gd name="connsiteX78" fmla="*/ 439304 w 571362"/>
                <a:gd name="connsiteY78" fmla="*/ 240838 h 606722"/>
                <a:gd name="connsiteX79" fmla="*/ 415450 w 571362"/>
                <a:gd name="connsiteY79" fmla="*/ 113875 h 606722"/>
                <a:gd name="connsiteX80" fmla="*/ 427733 w 571362"/>
                <a:gd name="connsiteY80" fmla="*/ 109876 h 606722"/>
                <a:gd name="connsiteX81" fmla="*/ 513359 w 571362"/>
                <a:gd name="connsiteY81" fmla="*/ 94417 h 606722"/>
                <a:gd name="connsiteX82" fmla="*/ 57990 w 571362"/>
                <a:gd name="connsiteY82" fmla="*/ 94417 h 606722"/>
                <a:gd name="connsiteX83" fmla="*/ 143715 w 571362"/>
                <a:gd name="connsiteY83" fmla="*/ 109876 h 606722"/>
                <a:gd name="connsiteX84" fmla="*/ 155911 w 571362"/>
                <a:gd name="connsiteY84" fmla="*/ 113875 h 606722"/>
                <a:gd name="connsiteX85" fmla="*/ 132143 w 571362"/>
                <a:gd name="connsiteY85" fmla="*/ 240838 h 606722"/>
                <a:gd name="connsiteX86" fmla="*/ 87455 w 571362"/>
                <a:gd name="connsiteY86" fmla="*/ 280286 h 606722"/>
                <a:gd name="connsiteX87" fmla="*/ 127 w 571362"/>
                <a:gd name="connsiteY87" fmla="*/ 137863 h 606722"/>
                <a:gd name="connsiteX88" fmla="*/ 9741 w 571362"/>
                <a:gd name="connsiteY88" fmla="*/ 108100 h 606722"/>
                <a:gd name="connsiteX89" fmla="*/ 57990 w 571362"/>
                <a:gd name="connsiteY89" fmla="*/ 94417 h 606722"/>
                <a:gd name="connsiteX90" fmla="*/ 285671 w 571362"/>
                <a:gd name="connsiteY90" fmla="*/ 0 h 606722"/>
                <a:gd name="connsiteX91" fmla="*/ 369717 w 571362"/>
                <a:gd name="connsiteY91" fmla="*/ 83918 h 606722"/>
                <a:gd name="connsiteX92" fmla="*/ 374169 w 571362"/>
                <a:gd name="connsiteY92" fmla="*/ 94496 h 606722"/>
                <a:gd name="connsiteX93" fmla="*/ 285671 w 571362"/>
                <a:gd name="connsiteY93" fmla="*/ 136544 h 606722"/>
                <a:gd name="connsiteX94" fmla="*/ 197262 w 571362"/>
                <a:gd name="connsiteY94" fmla="*/ 94496 h 606722"/>
                <a:gd name="connsiteX95" fmla="*/ 201625 w 571362"/>
                <a:gd name="connsiteY95" fmla="*/ 83918 h 606722"/>
                <a:gd name="connsiteX96" fmla="*/ 285671 w 571362"/>
                <a:gd name="connsiteY96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571362" h="606722">
                  <a:moveTo>
                    <a:pt x="285671" y="470107"/>
                  </a:moveTo>
                  <a:cubicBezTo>
                    <a:pt x="315586" y="486551"/>
                    <a:pt x="345412" y="500772"/>
                    <a:pt x="374169" y="512238"/>
                  </a:cubicBezTo>
                  <a:cubicBezTo>
                    <a:pt x="372744" y="515793"/>
                    <a:pt x="371231" y="519349"/>
                    <a:pt x="369717" y="522815"/>
                  </a:cubicBezTo>
                  <a:cubicBezTo>
                    <a:pt x="346391" y="576146"/>
                    <a:pt x="315764" y="606722"/>
                    <a:pt x="285671" y="606722"/>
                  </a:cubicBezTo>
                  <a:cubicBezTo>
                    <a:pt x="255667" y="606722"/>
                    <a:pt x="225040" y="576146"/>
                    <a:pt x="201625" y="522815"/>
                  </a:cubicBezTo>
                  <a:cubicBezTo>
                    <a:pt x="200111" y="519349"/>
                    <a:pt x="198687" y="515793"/>
                    <a:pt x="197262" y="512238"/>
                  </a:cubicBezTo>
                  <a:cubicBezTo>
                    <a:pt x="226019" y="500772"/>
                    <a:pt x="255756" y="486551"/>
                    <a:pt x="285671" y="470107"/>
                  </a:cubicBezTo>
                  <a:close/>
                  <a:moveTo>
                    <a:pt x="403524" y="393967"/>
                  </a:moveTo>
                  <a:cubicBezTo>
                    <a:pt x="399428" y="425262"/>
                    <a:pt x="393106" y="454778"/>
                    <a:pt x="384914" y="481539"/>
                  </a:cubicBezTo>
                  <a:cubicBezTo>
                    <a:pt x="363367" y="472915"/>
                    <a:pt x="341284" y="462691"/>
                    <a:pt x="318846" y="451044"/>
                  </a:cubicBezTo>
                  <a:cubicBezTo>
                    <a:pt x="342264" y="436997"/>
                    <a:pt x="365593" y="421617"/>
                    <a:pt x="388387" y="405169"/>
                  </a:cubicBezTo>
                  <a:cubicBezTo>
                    <a:pt x="393462" y="401435"/>
                    <a:pt x="398538" y="397701"/>
                    <a:pt x="403524" y="393967"/>
                  </a:cubicBezTo>
                  <a:close/>
                  <a:moveTo>
                    <a:pt x="167906" y="393967"/>
                  </a:moveTo>
                  <a:cubicBezTo>
                    <a:pt x="172800" y="397701"/>
                    <a:pt x="177872" y="401435"/>
                    <a:pt x="183034" y="405169"/>
                  </a:cubicBezTo>
                  <a:cubicBezTo>
                    <a:pt x="205814" y="421617"/>
                    <a:pt x="229129" y="436997"/>
                    <a:pt x="252443" y="451044"/>
                  </a:cubicBezTo>
                  <a:cubicBezTo>
                    <a:pt x="230107" y="462691"/>
                    <a:pt x="208039" y="472915"/>
                    <a:pt x="186504" y="481539"/>
                  </a:cubicBezTo>
                  <a:cubicBezTo>
                    <a:pt x="178228" y="454778"/>
                    <a:pt x="171999" y="425262"/>
                    <a:pt x="167906" y="393967"/>
                  </a:cubicBezTo>
                  <a:close/>
                  <a:moveTo>
                    <a:pt x="483987" y="326436"/>
                  </a:moveTo>
                  <a:cubicBezTo>
                    <a:pt x="535879" y="380371"/>
                    <a:pt x="568723" y="432263"/>
                    <a:pt x="571215" y="468871"/>
                  </a:cubicBezTo>
                  <a:cubicBezTo>
                    <a:pt x="572105" y="481844"/>
                    <a:pt x="568990" y="491618"/>
                    <a:pt x="561602" y="498549"/>
                  </a:cubicBezTo>
                  <a:cubicBezTo>
                    <a:pt x="541842" y="517386"/>
                    <a:pt x="491730" y="516764"/>
                    <a:pt x="427733" y="496860"/>
                  </a:cubicBezTo>
                  <a:cubicBezTo>
                    <a:pt x="423728" y="495616"/>
                    <a:pt x="419633" y="494284"/>
                    <a:pt x="415450" y="492862"/>
                  </a:cubicBezTo>
                  <a:cubicBezTo>
                    <a:pt x="427377" y="454654"/>
                    <a:pt x="435477" y="411559"/>
                    <a:pt x="439304" y="365888"/>
                  </a:cubicBezTo>
                  <a:cubicBezTo>
                    <a:pt x="455148" y="352826"/>
                    <a:pt x="470101" y="339587"/>
                    <a:pt x="483987" y="326436"/>
                  </a:cubicBezTo>
                  <a:close/>
                  <a:moveTo>
                    <a:pt x="87462" y="326436"/>
                  </a:moveTo>
                  <a:cubicBezTo>
                    <a:pt x="101348" y="339590"/>
                    <a:pt x="116301" y="352833"/>
                    <a:pt x="132145" y="365899"/>
                  </a:cubicBezTo>
                  <a:cubicBezTo>
                    <a:pt x="135972" y="411583"/>
                    <a:pt x="144072" y="454689"/>
                    <a:pt x="155910" y="492907"/>
                  </a:cubicBezTo>
                  <a:cubicBezTo>
                    <a:pt x="151816" y="494329"/>
                    <a:pt x="147721" y="495663"/>
                    <a:pt x="143716" y="496907"/>
                  </a:cubicBezTo>
                  <a:cubicBezTo>
                    <a:pt x="79630" y="516816"/>
                    <a:pt x="29607" y="517527"/>
                    <a:pt x="9758" y="498596"/>
                  </a:cubicBezTo>
                  <a:cubicBezTo>
                    <a:pt x="2459" y="491663"/>
                    <a:pt x="-745" y="481886"/>
                    <a:pt x="145" y="468910"/>
                  </a:cubicBezTo>
                  <a:cubicBezTo>
                    <a:pt x="2637" y="432292"/>
                    <a:pt x="35481" y="380386"/>
                    <a:pt x="87462" y="326436"/>
                  </a:cubicBezTo>
                  <a:close/>
                  <a:moveTo>
                    <a:pt x="441700" y="285931"/>
                  </a:moveTo>
                  <a:cubicBezTo>
                    <a:pt x="448206" y="291708"/>
                    <a:pt x="454622" y="297574"/>
                    <a:pt x="460682" y="303352"/>
                  </a:cubicBezTo>
                  <a:cubicBezTo>
                    <a:pt x="454622" y="309218"/>
                    <a:pt x="448206" y="314995"/>
                    <a:pt x="441700" y="320861"/>
                  </a:cubicBezTo>
                  <a:cubicBezTo>
                    <a:pt x="441878" y="314995"/>
                    <a:pt x="441878" y="309218"/>
                    <a:pt x="441878" y="303352"/>
                  </a:cubicBezTo>
                  <a:cubicBezTo>
                    <a:pt x="441878" y="297574"/>
                    <a:pt x="441878" y="291708"/>
                    <a:pt x="441700" y="285931"/>
                  </a:cubicBezTo>
                  <a:close/>
                  <a:moveTo>
                    <a:pt x="129660" y="285931"/>
                  </a:moveTo>
                  <a:cubicBezTo>
                    <a:pt x="129571" y="291708"/>
                    <a:pt x="129482" y="297574"/>
                    <a:pt x="129482" y="303352"/>
                  </a:cubicBezTo>
                  <a:cubicBezTo>
                    <a:pt x="129482" y="309218"/>
                    <a:pt x="129571" y="314995"/>
                    <a:pt x="129660" y="320861"/>
                  </a:cubicBezTo>
                  <a:cubicBezTo>
                    <a:pt x="123154" y="314995"/>
                    <a:pt x="116827" y="309218"/>
                    <a:pt x="110678" y="303352"/>
                  </a:cubicBezTo>
                  <a:cubicBezTo>
                    <a:pt x="116827" y="297574"/>
                    <a:pt x="123154" y="291708"/>
                    <a:pt x="129660" y="285931"/>
                  </a:cubicBezTo>
                  <a:close/>
                  <a:moveTo>
                    <a:pt x="285715" y="279439"/>
                  </a:moveTo>
                  <a:cubicBezTo>
                    <a:pt x="298946" y="279439"/>
                    <a:pt x="309672" y="290165"/>
                    <a:pt x="309672" y="303396"/>
                  </a:cubicBezTo>
                  <a:cubicBezTo>
                    <a:pt x="309672" y="316627"/>
                    <a:pt x="298946" y="327353"/>
                    <a:pt x="285715" y="327353"/>
                  </a:cubicBezTo>
                  <a:cubicBezTo>
                    <a:pt x="272484" y="327353"/>
                    <a:pt x="261758" y="316627"/>
                    <a:pt x="261758" y="303396"/>
                  </a:cubicBezTo>
                  <a:cubicBezTo>
                    <a:pt x="261758" y="290165"/>
                    <a:pt x="272484" y="279439"/>
                    <a:pt x="285715" y="279439"/>
                  </a:cubicBezTo>
                  <a:close/>
                  <a:moveTo>
                    <a:pt x="285680" y="246856"/>
                  </a:moveTo>
                  <a:cubicBezTo>
                    <a:pt x="254527" y="246856"/>
                    <a:pt x="229160" y="272185"/>
                    <a:pt x="229160" y="303291"/>
                  </a:cubicBezTo>
                  <a:cubicBezTo>
                    <a:pt x="229160" y="334485"/>
                    <a:pt x="254527" y="359814"/>
                    <a:pt x="285680" y="359814"/>
                  </a:cubicBezTo>
                  <a:cubicBezTo>
                    <a:pt x="316921" y="359814"/>
                    <a:pt x="342288" y="334485"/>
                    <a:pt x="342288" y="303291"/>
                  </a:cubicBezTo>
                  <a:cubicBezTo>
                    <a:pt x="342288" y="272185"/>
                    <a:pt x="316921" y="246856"/>
                    <a:pt x="285680" y="246856"/>
                  </a:cubicBezTo>
                  <a:close/>
                  <a:moveTo>
                    <a:pt x="285680" y="173803"/>
                  </a:moveTo>
                  <a:cubicBezTo>
                    <a:pt x="313717" y="189978"/>
                    <a:pt x="341843" y="208108"/>
                    <a:pt x="369346" y="227926"/>
                  </a:cubicBezTo>
                  <a:cubicBezTo>
                    <a:pt x="382608" y="237525"/>
                    <a:pt x="395514" y="247301"/>
                    <a:pt x="407886" y="257254"/>
                  </a:cubicBezTo>
                  <a:cubicBezTo>
                    <a:pt x="408865" y="272363"/>
                    <a:pt x="409310" y="287738"/>
                    <a:pt x="409310" y="303291"/>
                  </a:cubicBezTo>
                  <a:cubicBezTo>
                    <a:pt x="409310" y="318843"/>
                    <a:pt x="408865" y="334218"/>
                    <a:pt x="407886" y="349327"/>
                  </a:cubicBezTo>
                  <a:cubicBezTo>
                    <a:pt x="395514" y="359280"/>
                    <a:pt x="382608" y="369145"/>
                    <a:pt x="369346" y="378743"/>
                  </a:cubicBezTo>
                  <a:cubicBezTo>
                    <a:pt x="341843" y="398562"/>
                    <a:pt x="313717" y="416692"/>
                    <a:pt x="285680" y="432778"/>
                  </a:cubicBezTo>
                  <a:cubicBezTo>
                    <a:pt x="257642" y="416692"/>
                    <a:pt x="229605" y="398562"/>
                    <a:pt x="202102" y="378743"/>
                  </a:cubicBezTo>
                  <a:cubicBezTo>
                    <a:pt x="188840" y="369145"/>
                    <a:pt x="175934" y="359280"/>
                    <a:pt x="163562" y="349327"/>
                  </a:cubicBezTo>
                  <a:cubicBezTo>
                    <a:pt x="162583" y="334218"/>
                    <a:pt x="162049" y="318843"/>
                    <a:pt x="162049" y="303291"/>
                  </a:cubicBezTo>
                  <a:cubicBezTo>
                    <a:pt x="162049" y="287738"/>
                    <a:pt x="162583" y="272363"/>
                    <a:pt x="163562" y="257254"/>
                  </a:cubicBezTo>
                  <a:cubicBezTo>
                    <a:pt x="175934" y="247301"/>
                    <a:pt x="188840" y="237525"/>
                    <a:pt x="202102" y="227926"/>
                  </a:cubicBezTo>
                  <a:cubicBezTo>
                    <a:pt x="229605" y="208108"/>
                    <a:pt x="257642" y="189978"/>
                    <a:pt x="285680" y="173803"/>
                  </a:cubicBezTo>
                  <a:close/>
                  <a:moveTo>
                    <a:pt x="384914" y="125113"/>
                  </a:moveTo>
                  <a:cubicBezTo>
                    <a:pt x="393106" y="151962"/>
                    <a:pt x="399428" y="181479"/>
                    <a:pt x="403524" y="212685"/>
                  </a:cubicBezTo>
                  <a:cubicBezTo>
                    <a:pt x="398538" y="208951"/>
                    <a:pt x="393462" y="205306"/>
                    <a:pt x="388387" y="201572"/>
                  </a:cubicBezTo>
                  <a:cubicBezTo>
                    <a:pt x="365503" y="185124"/>
                    <a:pt x="342264" y="169744"/>
                    <a:pt x="318846" y="155608"/>
                  </a:cubicBezTo>
                  <a:cubicBezTo>
                    <a:pt x="341284" y="144050"/>
                    <a:pt x="363367" y="133826"/>
                    <a:pt x="384914" y="125113"/>
                  </a:cubicBezTo>
                  <a:close/>
                  <a:moveTo>
                    <a:pt x="186504" y="125113"/>
                  </a:moveTo>
                  <a:cubicBezTo>
                    <a:pt x="208039" y="133826"/>
                    <a:pt x="230107" y="144050"/>
                    <a:pt x="252443" y="155608"/>
                  </a:cubicBezTo>
                  <a:cubicBezTo>
                    <a:pt x="229129" y="169744"/>
                    <a:pt x="205814" y="185124"/>
                    <a:pt x="183034" y="201572"/>
                  </a:cubicBezTo>
                  <a:cubicBezTo>
                    <a:pt x="177872" y="205306"/>
                    <a:pt x="172800" y="208951"/>
                    <a:pt x="167906" y="212685"/>
                  </a:cubicBezTo>
                  <a:cubicBezTo>
                    <a:pt x="171999" y="181479"/>
                    <a:pt x="178228" y="151962"/>
                    <a:pt x="186504" y="125113"/>
                  </a:cubicBezTo>
                  <a:close/>
                  <a:moveTo>
                    <a:pt x="513359" y="94417"/>
                  </a:moveTo>
                  <a:cubicBezTo>
                    <a:pt x="535344" y="94417"/>
                    <a:pt x="551989" y="98948"/>
                    <a:pt x="561602" y="108100"/>
                  </a:cubicBezTo>
                  <a:cubicBezTo>
                    <a:pt x="568990" y="115118"/>
                    <a:pt x="572105" y="124803"/>
                    <a:pt x="571215" y="137863"/>
                  </a:cubicBezTo>
                  <a:cubicBezTo>
                    <a:pt x="568723" y="174380"/>
                    <a:pt x="535879" y="226356"/>
                    <a:pt x="483987" y="280286"/>
                  </a:cubicBezTo>
                  <a:cubicBezTo>
                    <a:pt x="470101" y="267048"/>
                    <a:pt x="455148" y="253898"/>
                    <a:pt x="439304" y="240838"/>
                  </a:cubicBezTo>
                  <a:cubicBezTo>
                    <a:pt x="435477" y="195170"/>
                    <a:pt x="427377" y="151990"/>
                    <a:pt x="415450" y="113875"/>
                  </a:cubicBezTo>
                  <a:cubicBezTo>
                    <a:pt x="419633" y="112453"/>
                    <a:pt x="423728" y="111120"/>
                    <a:pt x="427733" y="109876"/>
                  </a:cubicBezTo>
                  <a:cubicBezTo>
                    <a:pt x="460755" y="99570"/>
                    <a:pt x="490039" y="94417"/>
                    <a:pt x="513359" y="94417"/>
                  </a:cubicBezTo>
                  <a:close/>
                  <a:moveTo>
                    <a:pt x="57990" y="94417"/>
                  </a:moveTo>
                  <a:cubicBezTo>
                    <a:pt x="81402" y="94417"/>
                    <a:pt x="110689" y="99570"/>
                    <a:pt x="143715" y="109876"/>
                  </a:cubicBezTo>
                  <a:cubicBezTo>
                    <a:pt x="147721" y="111120"/>
                    <a:pt x="151816" y="112453"/>
                    <a:pt x="155911" y="113875"/>
                  </a:cubicBezTo>
                  <a:cubicBezTo>
                    <a:pt x="144071" y="151990"/>
                    <a:pt x="135971" y="195170"/>
                    <a:pt x="132143" y="240838"/>
                  </a:cubicBezTo>
                  <a:cubicBezTo>
                    <a:pt x="116297" y="253898"/>
                    <a:pt x="101342" y="267048"/>
                    <a:pt x="87455" y="280286"/>
                  </a:cubicBezTo>
                  <a:cubicBezTo>
                    <a:pt x="35468" y="226356"/>
                    <a:pt x="2620" y="174380"/>
                    <a:pt x="127" y="137863"/>
                  </a:cubicBezTo>
                  <a:cubicBezTo>
                    <a:pt x="-674" y="124803"/>
                    <a:pt x="2442" y="115118"/>
                    <a:pt x="9741" y="108100"/>
                  </a:cubicBezTo>
                  <a:cubicBezTo>
                    <a:pt x="19355" y="98948"/>
                    <a:pt x="36091" y="94417"/>
                    <a:pt x="57990" y="94417"/>
                  </a:cubicBezTo>
                  <a:close/>
                  <a:moveTo>
                    <a:pt x="285671" y="0"/>
                  </a:moveTo>
                  <a:cubicBezTo>
                    <a:pt x="315764" y="0"/>
                    <a:pt x="346391" y="30580"/>
                    <a:pt x="369717" y="83918"/>
                  </a:cubicBezTo>
                  <a:cubicBezTo>
                    <a:pt x="371231" y="87385"/>
                    <a:pt x="372744" y="90852"/>
                    <a:pt x="374169" y="94496"/>
                  </a:cubicBezTo>
                  <a:cubicBezTo>
                    <a:pt x="345412" y="105964"/>
                    <a:pt x="315586" y="120098"/>
                    <a:pt x="285671" y="136544"/>
                  </a:cubicBezTo>
                  <a:cubicBezTo>
                    <a:pt x="255756" y="120098"/>
                    <a:pt x="226019" y="105964"/>
                    <a:pt x="197262" y="94496"/>
                  </a:cubicBezTo>
                  <a:cubicBezTo>
                    <a:pt x="198687" y="90852"/>
                    <a:pt x="200111" y="87296"/>
                    <a:pt x="201625" y="83918"/>
                  </a:cubicBezTo>
                  <a:cubicBezTo>
                    <a:pt x="225040" y="30580"/>
                    <a:pt x="255667" y="0"/>
                    <a:pt x="28567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600" dirty="0"/>
            </a:p>
          </p:txBody>
        </p:sp>
      </p:grpSp>
      <p:sp>
        <p:nvSpPr>
          <p:cNvPr id="31" name="椭圆 30"/>
          <p:cNvSpPr/>
          <p:nvPr/>
        </p:nvSpPr>
        <p:spPr>
          <a:xfrm>
            <a:off x="1979421" y="1730052"/>
            <a:ext cx="141097" cy="14109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l"/>
            <a:endParaRPr lang="zh-CN" altLang="en-US" sz="14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292286" y="1598967"/>
            <a:ext cx="2066271" cy="3693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zh-CN" sz="2400" dirty="0">
                <a:solidFill>
                  <a:schemeClr val="accent1"/>
                </a:solidFill>
                <a:latin typeface="+mj-ea"/>
                <a:ea typeface="+mj-ea"/>
              </a:rPr>
              <a:t>01.</a:t>
            </a:r>
            <a:r>
              <a:rPr lang="zh-CN" altLang="en-US" sz="2400" dirty="0">
                <a:solidFill>
                  <a:schemeClr val="accent1"/>
                </a:solidFill>
                <a:latin typeface="+mj-ea"/>
                <a:ea typeface="+mj-ea"/>
              </a:rPr>
              <a:t> 思想成长类</a:t>
            </a:r>
            <a:endParaRPr lang="zh-CN" altLang="en-US" sz="24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7" name="标题 2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01 </a:t>
            </a:r>
            <a:r>
              <a:rPr lang="zh-CN" altLang="en-US" dirty="0"/>
              <a:t>课程项目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/>
          <p:cNvCxnSpPr/>
          <p:nvPr/>
        </p:nvCxnSpPr>
        <p:spPr>
          <a:xfrm>
            <a:off x="7317930" y="1078992"/>
            <a:ext cx="0" cy="5065776"/>
          </a:xfrm>
          <a:prstGeom prst="line">
            <a:avLst/>
          </a:prstGeom>
          <a:ln w="25400">
            <a:gradFill>
              <a:gsLst>
                <a:gs pos="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2049970" y="1078992"/>
            <a:ext cx="0" cy="5065776"/>
          </a:xfrm>
          <a:prstGeom prst="line">
            <a:avLst/>
          </a:prstGeom>
          <a:ln w="25400">
            <a:gradFill>
              <a:gsLst>
                <a:gs pos="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292286" y="3215529"/>
            <a:ext cx="3575685" cy="609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b="0" dirty="0">
                <a:effectLst/>
                <a:latin typeface="+mn-ea"/>
              </a:rPr>
              <a:t>主要包括学生参与文艺、体育、人文素养等各级各类校园文化活动。</a:t>
            </a:r>
            <a:endParaRPr lang="zh-CN" altLang="en-US" sz="1600" b="0" dirty="0">
              <a:effectLst/>
              <a:latin typeface="+mn-ea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7247381" y="3429000"/>
            <a:ext cx="141097" cy="14109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l"/>
            <a:endParaRPr lang="zh-CN" altLang="en-US" sz="14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560246" y="2805786"/>
            <a:ext cx="2066271" cy="3693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zh-CN" sz="2400" dirty="0">
                <a:solidFill>
                  <a:schemeClr val="accent1"/>
                </a:solidFill>
                <a:latin typeface="+mj-ea"/>
                <a:ea typeface="+mj-ea"/>
              </a:rPr>
              <a:t>06.</a:t>
            </a:r>
            <a:r>
              <a:rPr lang="zh-CN" altLang="en-US" sz="2400" dirty="0">
                <a:solidFill>
                  <a:schemeClr val="accent1"/>
                </a:solidFill>
                <a:latin typeface="+mj-ea"/>
                <a:ea typeface="+mj-ea"/>
              </a:rPr>
              <a:t> 技能特长类</a:t>
            </a:r>
            <a:endParaRPr lang="zh-CN" altLang="en-US" sz="24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579360" y="3215529"/>
            <a:ext cx="3732530" cy="609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b="0" dirty="0">
                <a:effectLst/>
                <a:latin typeface="+mn-ea"/>
              </a:rPr>
              <a:t>主要包括学生参加各级各类技能培训以及获得的各类资格证书。</a:t>
            </a:r>
            <a:endParaRPr lang="zh-CN" altLang="en-US" sz="1600" b="0" dirty="0">
              <a:effectLst/>
              <a:latin typeface="+mn-ea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022350" y="3179768"/>
            <a:ext cx="661670" cy="661670"/>
            <a:chOff x="1610" y="2556"/>
            <a:chExt cx="1042" cy="1042"/>
          </a:xfrm>
        </p:grpSpPr>
        <p:sp>
          <p:nvSpPr>
            <p:cNvPr id="5" name="椭圆 4"/>
            <p:cNvSpPr/>
            <p:nvPr/>
          </p:nvSpPr>
          <p:spPr>
            <a:xfrm>
              <a:off x="1610" y="2556"/>
              <a:ext cx="1042" cy="104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l"/>
              <a:endParaRPr lang="zh-CN" altLang="en-US" sz="140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5" name="任意多边形: 形状 24"/>
            <p:cNvSpPr/>
            <p:nvPr/>
          </p:nvSpPr>
          <p:spPr>
            <a:xfrm>
              <a:off x="1861" y="2842"/>
              <a:ext cx="539" cy="538"/>
            </a:xfrm>
            <a:custGeom>
              <a:avLst/>
              <a:gdLst>
                <a:gd name="T0" fmla="*/ 5136 w 5158"/>
                <a:gd name="T1" fmla="*/ 1919 h 5159"/>
                <a:gd name="T2" fmla="*/ 4927 w 5158"/>
                <a:gd name="T3" fmla="*/ 600 h 5159"/>
                <a:gd name="T4" fmla="*/ 4559 w 5158"/>
                <a:gd name="T5" fmla="*/ 232 h 5159"/>
                <a:gd name="T6" fmla="*/ 3240 w 5158"/>
                <a:gd name="T7" fmla="*/ 22 h 5159"/>
                <a:gd name="T8" fmla="*/ 2858 w 5158"/>
                <a:gd name="T9" fmla="*/ 147 h 5159"/>
                <a:gd name="T10" fmla="*/ 173 w 5158"/>
                <a:gd name="T11" fmla="*/ 2831 h 5159"/>
                <a:gd name="T12" fmla="*/ 173 w 5158"/>
                <a:gd name="T13" fmla="*/ 3457 h 5159"/>
                <a:gd name="T14" fmla="*/ 1701 w 5158"/>
                <a:gd name="T15" fmla="*/ 4986 h 5159"/>
                <a:gd name="T16" fmla="*/ 2327 w 5158"/>
                <a:gd name="T17" fmla="*/ 4986 h 5159"/>
                <a:gd name="T18" fmla="*/ 5012 w 5158"/>
                <a:gd name="T19" fmla="*/ 2301 h 5159"/>
                <a:gd name="T20" fmla="*/ 5136 w 5158"/>
                <a:gd name="T21" fmla="*/ 1919 h 5159"/>
                <a:gd name="T22" fmla="*/ 2212 w 5158"/>
                <a:gd name="T23" fmla="*/ 4643 h 5159"/>
                <a:gd name="T24" fmla="*/ 1968 w 5158"/>
                <a:gd name="T25" fmla="*/ 4643 h 5159"/>
                <a:gd name="T26" fmla="*/ 515 w 5158"/>
                <a:gd name="T27" fmla="*/ 3191 h 5159"/>
                <a:gd name="T28" fmla="*/ 515 w 5158"/>
                <a:gd name="T29" fmla="*/ 2946 h 5159"/>
                <a:gd name="T30" fmla="*/ 760 w 5158"/>
                <a:gd name="T31" fmla="*/ 2946 h 5159"/>
                <a:gd name="T32" fmla="*/ 2212 w 5158"/>
                <a:gd name="T33" fmla="*/ 4399 h 5159"/>
                <a:gd name="T34" fmla="*/ 2212 w 5158"/>
                <a:gd name="T35" fmla="*/ 4643 h 5159"/>
                <a:gd name="T36" fmla="*/ 4166 w 5158"/>
                <a:gd name="T37" fmla="*/ 1464 h 5159"/>
                <a:gd name="T38" fmla="*/ 3695 w 5158"/>
                <a:gd name="T39" fmla="*/ 1464 h 5159"/>
                <a:gd name="T40" fmla="*/ 3695 w 5158"/>
                <a:gd name="T41" fmla="*/ 993 h 5159"/>
                <a:gd name="T42" fmla="*/ 4166 w 5158"/>
                <a:gd name="T43" fmla="*/ 993 h 5159"/>
                <a:gd name="T44" fmla="*/ 4166 w 5158"/>
                <a:gd name="T45" fmla="*/ 1464 h 5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158" h="5159">
                  <a:moveTo>
                    <a:pt x="5136" y="1919"/>
                  </a:moveTo>
                  <a:lnTo>
                    <a:pt x="4927" y="600"/>
                  </a:lnTo>
                  <a:cubicBezTo>
                    <a:pt x="4897" y="411"/>
                    <a:pt x="4748" y="262"/>
                    <a:pt x="4559" y="232"/>
                  </a:cubicBezTo>
                  <a:lnTo>
                    <a:pt x="3240" y="22"/>
                  </a:lnTo>
                  <a:cubicBezTo>
                    <a:pt x="3100" y="0"/>
                    <a:pt x="2958" y="46"/>
                    <a:pt x="2858" y="147"/>
                  </a:cubicBezTo>
                  <a:lnTo>
                    <a:pt x="173" y="2831"/>
                  </a:lnTo>
                  <a:cubicBezTo>
                    <a:pt x="0" y="3004"/>
                    <a:pt x="0" y="3285"/>
                    <a:pt x="173" y="3457"/>
                  </a:cubicBezTo>
                  <a:lnTo>
                    <a:pt x="1701" y="4986"/>
                  </a:lnTo>
                  <a:cubicBezTo>
                    <a:pt x="1874" y="5159"/>
                    <a:pt x="2154" y="5159"/>
                    <a:pt x="2327" y="4986"/>
                  </a:cubicBezTo>
                  <a:lnTo>
                    <a:pt x="5012" y="2301"/>
                  </a:lnTo>
                  <a:cubicBezTo>
                    <a:pt x="5112" y="2201"/>
                    <a:pt x="5158" y="2059"/>
                    <a:pt x="5136" y="1919"/>
                  </a:cubicBezTo>
                  <a:close/>
                  <a:moveTo>
                    <a:pt x="2212" y="4643"/>
                  </a:moveTo>
                  <a:cubicBezTo>
                    <a:pt x="2145" y="4711"/>
                    <a:pt x="2035" y="4711"/>
                    <a:pt x="1968" y="4643"/>
                  </a:cubicBezTo>
                  <a:lnTo>
                    <a:pt x="515" y="3191"/>
                  </a:lnTo>
                  <a:cubicBezTo>
                    <a:pt x="448" y="3124"/>
                    <a:pt x="448" y="3014"/>
                    <a:pt x="515" y="2946"/>
                  </a:cubicBezTo>
                  <a:cubicBezTo>
                    <a:pt x="583" y="2879"/>
                    <a:pt x="692" y="2879"/>
                    <a:pt x="760" y="2946"/>
                  </a:cubicBezTo>
                  <a:lnTo>
                    <a:pt x="2212" y="4399"/>
                  </a:lnTo>
                  <a:cubicBezTo>
                    <a:pt x="2280" y="4466"/>
                    <a:pt x="2280" y="4576"/>
                    <a:pt x="2212" y="4643"/>
                  </a:cubicBezTo>
                  <a:close/>
                  <a:moveTo>
                    <a:pt x="4166" y="1464"/>
                  </a:moveTo>
                  <a:cubicBezTo>
                    <a:pt x="4036" y="1594"/>
                    <a:pt x="3825" y="1594"/>
                    <a:pt x="3695" y="1464"/>
                  </a:cubicBezTo>
                  <a:cubicBezTo>
                    <a:pt x="3565" y="1334"/>
                    <a:pt x="3565" y="1123"/>
                    <a:pt x="3695" y="993"/>
                  </a:cubicBezTo>
                  <a:cubicBezTo>
                    <a:pt x="3825" y="862"/>
                    <a:pt x="4036" y="862"/>
                    <a:pt x="4166" y="993"/>
                  </a:cubicBezTo>
                  <a:cubicBezTo>
                    <a:pt x="4296" y="1123"/>
                    <a:pt x="4296" y="1334"/>
                    <a:pt x="4166" y="14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en-US" sz="1600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290310" y="3179768"/>
            <a:ext cx="661670" cy="661670"/>
            <a:chOff x="9906" y="2528"/>
            <a:chExt cx="1042" cy="1042"/>
          </a:xfrm>
        </p:grpSpPr>
        <p:sp>
          <p:nvSpPr>
            <p:cNvPr id="16" name="椭圆 15"/>
            <p:cNvSpPr/>
            <p:nvPr/>
          </p:nvSpPr>
          <p:spPr>
            <a:xfrm>
              <a:off x="9906" y="2528"/>
              <a:ext cx="1042" cy="104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l"/>
              <a:endParaRPr lang="zh-CN" altLang="en-US" sz="140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0" name="任意多边形: 形状 29"/>
            <p:cNvSpPr/>
            <p:nvPr/>
          </p:nvSpPr>
          <p:spPr>
            <a:xfrm>
              <a:off x="10173" y="2779"/>
              <a:ext cx="507" cy="539"/>
            </a:xfrm>
            <a:custGeom>
              <a:avLst/>
              <a:gdLst>
                <a:gd name="connsiteX0" fmla="*/ 285671 w 571362"/>
                <a:gd name="connsiteY0" fmla="*/ 470107 h 606722"/>
                <a:gd name="connsiteX1" fmla="*/ 374169 w 571362"/>
                <a:gd name="connsiteY1" fmla="*/ 512238 h 606722"/>
                <a:gd name="connsiteX2" fmla="*/ 369717 w 571362"/>
                <a:gd name="connsiteY2" fmla="*/ 522815 h 606722"/>
                <a:gd name="connsiteX3" fmla="*/ 285671 w 571362"/>
                <a:gd name="connsiteY3" fmla="*/ 606722 h 606722"/>
                <a:gd name="connsiteX4" fmla="*/ 201625 w 571362"/>
                <a:gd name="connsiteY4" fmla="*/ 522815 h 606722"/>
                <a:gd name="connsiteX5" fmla="*/ 197262 w 571362"/>
                <a:gd name="connsiteY5" fmla="*/ 512238 h 606722"/>
                <a:gd name="connsiteX6" fmla="*/ 285671 w 571362"/>
                <a:gd name="connsiteY6" fmla="*/ 470107 h 606722"/>
                <a:gd name="connsiteX7" fmla="*/ 403524 w 571362"/>
                <a:gd name="connsiteY7" fmla="*/ 393967 h 606722"/>
                <a:gd name="connsiteX8" fmla="*/ 384914 w 571362"/>
                <a:gd name="connsiteY8" fmla="*/ 481539 h 606722"/>
                <a:gd name="connsiteX9" fmla="*/ 318846 w 571362"/>
                <a:gd name="connsiteY9" fmla="*/ 451044 h 606722"/>
                <a:gd name="connsiteX10" fmla="*/ 388387 w 571362"/>
                <a:gd name="connsiteY10" fmla="*/ 405169 h 606722"/>
                <a:gd name="connsiteX11" fmla="*/ 403524 w 571362"/>
                <a:gd name="connsiteY11" fmla="*/ 393967 h 606722"/>
                <a:gd name="connsiteX12" fmla="*/ 167906 w 571362"/>
                <a:gd name="connsiteY12" fmla="*/ 393967 h 606722"/>
                <a:gd name="connsiteX13" fmla="*/ 183034 w 571362"/>
                <a:gd name="connsiteY13" fmla="*/ 405169 h 606722"/>
                <a:gd name="connsiteX14" fmla="*/ 252443 w 571362"/>
                <a:gd name="connsiteY14" fmla="*/ 451044 h 606722"/>
                <a:gd name="connsiteX15" fmla="*/ 186504 w 571362"/>
                <a:gd name="connsiteY15" fmla="*/ 481539 h 606722"/>
                <a:gd name="connsiteX16" fmla="*/ 167906 w 571362"/>
                <a:gd name="connsiteY16" fmla="*/ 393967 h 606722"/>
                <a:gd name="connsiteX17" fmla="*/ 483987 w 571362"/>
                <a:gd name="connsiteY17" fmla="*/ 326436 h 606722"/>
                <a:gd name="connsiteX18" fmla="*/ 571215 w 571362"/>
                <a:gd name="connsiteY18" fmla="*/ 468871 h 606722"/>
                <a:gd name="connsiteX19" fmla="*/ 561602 w 571362"/>
                <a:gd name="connsiteY19" fmla="*/ 498549 h 606722"/>
                <a:gd name="connsiteX20" fmla="*/ 427733 w 571362"/>
                <a:gd name="connsiteY20" fmla="*/ 496860 h 606722"/>
                <a:gd name="connsiteX21" fmla="*/ 415450 w 571362"/>
                <a:gd name="connsiteY21" fmla="*/ 492862 h 606722"/>
                <a:gd name="connsiteX22" fmla="*/ 439304 w 571362"/>
                <a:gd name="connsiteY22" fmla="*/ 365888 h 606722"/>
                <a:gd name="connsiteX23" fmla="*/ 483987 w 571362"/>
                <a:gd name="connsiteY23" fmla="*/ 326436 h 606722"/>
                <a:gd name="connsiteX24" fmla="*/ 87462 w 571362"/>
                <a:gd name="connsiteY24" fmla="*/ 326436 h 606722"/>
                <a:gd name="connsiteX25" fmla="*/ 132145 w 571362"/>
                <a:gd name="connsiteY25" fmla="*/ 365899 h 606722"/>
                <a:gd name="connsiteX26" fmla="*/ 155910 w 571362"/>
                <a:gd name="connsiteY26" fmla="*/ 492907 h 606722"/>
                <a:gd name="connsiteX27" fmla="*/ 143716 w 571362"/>
                <a:gd name="connsiteY27" fmla="*/ 496907 h 606722"/>
                <a:gd name="connsiteX28" fmla="*/ 9758 w 571362"/>
                <a:gd name="connsiteY28" fmla="*/ 498596 h 606722"/>
                <a:gd name="connsiteX29" fmla="*/ 145 w 571362"/>
                <a:gd name="connsiteY29" fmla="*/ 468910 h 606722"/>
                <a:gd name="connsiteX30" fmla="*/ 87462 w 571362"/>
                <a:gd name="connsiteY30" fmla="*/ 326436 h 606722"/>
                <a:gd name="connsiteX31" fmla="*/ 441700 w 571362"/>
                <a:gd name="connsiteY31" fmla="*/ 285931 h 606722"/>
                <a:gd name="connsiteX32" fmla="*/ 460682 w 571362"/>
                <a:gd name="connsiteY32" fmla="*/ 303352 h 606722"/>
                <a:gd name="connsiteX33" fmla="*/ 441700 w 571362"/>
                <a:gd name="connsiteY33" fmla="*/ 320861 h 606722"/>
                <a:gd name="connsiteX34" fmla="*/ 441878 w 571362"/>
                <a:gd name="connsiteY34" fmla="*/ 303352 h 606722"/>
                <a:gd name="connsiteX35" fmla="*/ 441700 w 571362"/>
                <a:gd name="connsiteY35" fmla="*/ 285931 h 606722"/>
                <a:gd name="connsiteX36" fmla="*/ 129660 w 571362"/>
                <a:gd name="connsiteY36" fmla="*/ 285931 h 606722"/>
                <a:gd name="connsiteX37" fmla="*/ 129482 w 571362"/>
                <a:gd name="connsiteY37" fmla="*/ 303352 h 606722"/>
                <a:gd name="connsiteX38" fmla="*/ 129660 w 571362"/>
                <a:gd name="connsiteY38" fmla="*/ 320861 h 606722"/>
                <a:gd name="connsiteX39" fmla="*/ 110678 w 571362"/>
                <a:gd name="connsiteY39" fmla="*/ 303352 h 606722"/>
                <a:gd name="connsiteX40" fmla="*/ 129660 w 571362"/>
                <a:gd name="connsiteY40" fmla="*/ 285931 h 606722"/>
                <a:gd name="connsiteX41" fmla="*/ 285715 w 571362"/>
                <a:gd name="connsiteY41" fmla="*/ 279439 h 606722"/>
                <a:gd name="connsiteX42" fmla="*/ 309672 w 571362"/>
                <a:gd name="connsiteY42" fmla="*/ 303396 h 606722"/>
                <a:gd name="connsiteX43" fmla="*/ 285715 w 571362"/>
                <a:gd name="connsiteY43" fmla="*/ 327353 h 606722"/>
                <a:gd name="connsiteX44" fmla="*/ 261758 w 571362"/>
                <a:gd name="connsiteY44" fmla="*/ 303396 h 606722"/>
                <a:gd name="connsiteX45" fmla="*/ 285715 w 571362"/>
                <a:gd name="connsiteY45" fmla="*/ 279439 h 606722"/>
                <a:gd name="connsiteX46" fmla="*/ 285680 w 571362"/>
                <a:gd name="connsiteY46" fmla="*/ 246856 h 606722"/>
                <a:gd name="connsiteX47" fmla="*/ 229160 w 571362"/>
                <a:gd name="connsiteY47" fmla="*/ 303291 h 606722"/>
                <a:gd name="connsiteX48" fmla="*/ 285680 w 571362"/>
                <a:gd name="connsiteY48" fmla="*/ 359814 h 606722"/>
                <a:gd name="connsiteX49" fmla="*/ 342288 w 571362"/>
                <a:gd name="connsiteY49" fmla="*/ 303291 h 606722"/>
                <a:gd name="connsiteX50" fmla="*/ 285680 w 571362"/>
                <a:gd name="connsiteY50" fmla="*/ 246856 h 606722"/>
                <a:gd name="connsiteX51" fmla="*/ 285680 w 571362"/>
                <a:gd name="connsiteY51" fmla="*/ 173803 h 606722"/>
                <a:gd name="connsiteX52" fmla="*/ 369346 w 571362"/>
                <a:gd name="connsiteY52" fmla="*/ 227926 h 606722"/>
                <a:gd name="connsiteX53" fmla="*/ 407886 w 571362"/>
                <a:gd name="connsiteY53" fmla="*/ 257254 h 606722"/>
                <a:gd name="connsiteX54" fmla="*/ 409310 w 571362"/>
                <a:gd name="connsiteY54" fmla="*/ 303291 h 606722"/>
                <a:gd name="connsiteX55" fmla="*/ 407886 w 571362"/>
                <a:gd name="connsiteY55" fmla="*/ 349327 h 606722"/>
                <a:gd name="connsiteX56" fmla="*/ 369346 w 571362"/>
                <a:gd name="connsiteY56" fmla="*/ 378743 h 606722"/>
                <a:gd name="connsiteX57" fmla="*/ 285680 w 571362"/>
                <a:gd name="connsiteY57" fmla="*/ 432778 h 606722"/>
                <a:gd name="connsiteX58" fmla="*/ 202102 w 571362"/>
                <a:gd name="connsiteY58" fmla="*/ 378743 h 606722"/>
                <a:gd name="connsiteX59" fmla="*/ 163562 w 571362"/>
                <a:gd name="connsiteY59" fmla="*/ 349327 h 606722"/>
                <a:gd name="connsiteX60" fmla="*/ 162049 w 571362"/>
                <a:gd name="connsiteY60" fmla="*/ 303291 h 606722"/>
                <a:gd name="connsiteX61" fmla="*/ 163562 w 571362"/>
                <a:gd name="connsiteY61" fmla="*/ 257254 h 606722"/>
                <a:gd name="connsiteX62" fmla="*/ 202102 w 571362"/>
                <a:gd name="connsiteY62" fmla="*/ 227926 h 606722"/>
                <a:gd name="connsiteX63" fmla="*/ 285680 w 571362"/>
                <a:gd name="connsiteY63" fmla="*/ 173803 h 606722"/>
                <a:gd name="connsiteX64" fmla="*/ 384914 w 571362"/>
                <a:gd name="connsiteY64" fmla="*/ 125113 h 606722"/>
                <a:gd name="connsiteX65" fmla="*/ 403524 w 571362"/>
                <a:gd name="connsiteY65" fmla="*/ 212685 h 606722"/>
                <a:gd name="connsiteX66" fmla="*/ 388387 w 571362"/>
                <a:gd name="connsiteY66" fmla="*/ 201572 h 606722"/>
                <a:gd name="connsiteX67" fmla="*/ 318846 w 571362"/>
                <a:gd name="connsiteY67" fmla="*/ 155608 h 606722"/>
                <a:gd name="connsiteX68" fmla="*/ 384914 w 571362"/>
                <a:gd name="connsiteY68" fmla="*/ 125113 h 606722"/>
                <a:gd name="connsiteX69" fmla="*/ 186504 w 571362"/>
                <a:gd name="connsiteY69" fmla="*/ 125113 h 606722"/>
                <a:gd name="connsiteX70" fmla="*/ 252443 w 571362"/>
                <a:gd name="connsiteY70" fmla="*/ 155608 h 606722"/>
                <a:gd name="connsiteX71" fmla="*/ 183034 w 571362"/>
                <a:gd name="connsiteY71" fmla="*/ 201572 h 606722"/>
                <a:gd name="connsiteX72" fmla="*/ 167906 w 571362"/>
                <a:gd name="connsiteY72" fmla="*/ 212685 h 606722"/>
                <a:gd name="connsiteX73" fmla="*/ 186504 w 571362"/>
                <a:gd name="connsiteY73" fmla="*/ 125113 h 606722"/>
                <a:gd name="connsiteX74" fmla="*/ 513359 w 571362"/>
                <a:gd name="connsiteY74" fmla="*/ 94417 h 606722"/>
                <a:gd name="connsiteX75" fmla="*/ 561602 w 571362"/>
                <a:gd name="connsiteY75" fmla="*/ 108100 h 606722"/>
                <a:gd name="connsiteX76" fmla="*/ 571215 w 571362"/>
                <a:gd name="connsiteY76" fmla="*/ 137863 h 606722"/>
                <a:gd name="connsiteX77" fmla="*/ 483987 w 571362"/>
                <a:gd name="connsiteY77" fmla="*/ 280286 h 606722"/>
                <a:gd name="connsiteX78" fmla="*/ 439304 w 571362"/>
                <a:gd name="connsiteY78" fmla="*/ 240838 h 606722"/>
                <a:gd name="connsiteX79" fmla="*/ 415450 w 571362"/>
                <a:gd name="connsiteY79" fmla="*/ 113875 h 606722"/>
                <a:gd name="connsiteX80" fmla="*/ 427733 w 571362"/>
                <a:gd name="connsiteY80" fmla="*/ 109876 h 606722"/>
                <a:gd name="connsiteX81" fmla="*/ 513359 w 571362"/>
                <a:gd name="connsiteY81" fmla="*/ 94417 h 606722"/>
                <a:gd name="connsiteX82" fmla="*/ 57990 w 571362"/>
                <a:gd name="connsiteY82" fmla="*/ 94417 h 606722"/>
                <a:gd name="connsiteX83" fmla="*/ 143715 w 571362"/>
                <a:gd name="connsiteY83" fmla="*/ 109876 h 606722"/>
                <a:gd name="connsiteX84" fmla="*/ 155911 w 571362"/>
                <a:gd name="connsiteY84" fmla="*/ 113875 h 606722"/>
                <a:gd name="connsiteX85" fmla="*/ 132143 w 571362"/>
                <a:gd name="connsiteY85" fmla="*/ 240838 h 606722"/>
                <a:gd name="connsiteX86" fmla="*/ 87455 w 571362"/>
                <a:gd name="connsiteY86" fmla="*/ 280286 h 606722"/>
                <a:gd name="connsiteX87" fmla="*/ 127 w 571362"/>
                <a:gd name="connsiteY87" fmla="*/ 137863 h 606722"/>
                <a:gd name="connsiteX88" fmla="*/ 9741 w 571362"/>
                <a:gd name="connsiteY88" fmla="*/ 108100 h 606722"/>
                <a:gd name="connsiteX89" fmla="*/ 57990 w 571362"/>
                <a:gd name="connsiteY89" fmla="*/ 94417 h 606722"/>
                <a:gd name="connsiteX90" fmla="*/ 285671 w 571362"/>
                <a:gd name="connsiteY90" fmla="*/ 0 h 606722"/>
                <a:gd name="connsiteX91" fmla="*/ 369717 w 571362"/>
                <a:gd name="connsiteY91" fmla="*/ 83918 h 606722"/>
                <a:gd name="connsiteX92" fmla="*/ 374169 w 571362"/>
                <a:gd name="connsiteY92" fmla="*/ 94496 h 606722"/>
                <a:gd name="connsiteX93" fmla="*/ 285671 w 571362"/>
                <a:gd name="connsiteY93" fmla="*/ 136544 h 606722"/>
                <a:gd name="connsiteX94" fmla="*/ 197262 w 571362"/>
                <a:gd name="connsiteY94" fmla="*/ 94496 h 606722"/>
                <a:gd name="connsiteX95" fmla="*/ 201625 w 571362"/>
                <a:gd name="connsiteY95" fmla="*/ 83918 h 606722"/>
                <a:gd name="connsiteX96" fmla="*/ 285671 w 571362"/>
                <a:gd name="connsiteY96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571362" h="606722">
                  <a:moveTo>
                    <a:pt x="285671" y="470107"/>
                  </a:moveTo>
                  <a:cubicBezTo>
                    <a:pt x="315586" y="486551"/>
                    <a:pt x="345412" y="500772"/>
                    <a:pt x="374169" y="512238"/>
                  </a:cubicBezTo>
                  <a:cubicBezTo>
                    <a:pt x="372744" y="515793"/>
                    <a:pt x="371231" y="519349"/>
                    <a:pt x="369717" y="522815"/>
                  </a:cubicBezTo>
                  <a:cubicBezTo>
                    <a:pt x="346391" y="576146"/>
                    <a:pt x="315764" y="606722"/>
                    <a:pt x="285671" y="606722"/>
                  </a:cubicBezTo>
                  <a:cubicBezTo>
                    <a:pt x="255667" y="606722"/>
                    <a:pt x="225040" y="576146"/>
                    <a:pt x="201625" y="522815"/>
                  </a:cubicBezTo>
                  <a:cubicBezTo>
                    <a:pt x="200111" y="519349"/>
                    <a:pt x="198687" y="515793"/>
                    <a:pt x="197262" y="512238"/>
                  </a:cubicBezTo>
                  <a:cubicBezTo>
                    <a:pt x="226019" y="500772"/>
                    <a:pt x="255756" y="486551"/>
                    <a:pt x="285671" y="470107"/>
                  </a:cubicBezTo>
                  <a:close/>
                  <a:moveTo>
                    <a:pt x="403524" y="393967"/>
                  </a:moveTo>
                  <a:cubicBezTo>
                    <a:pt x="399428" y="425262"/>
                    <a:pt x="393106" y="454778"/>
                    <a:pt x="384914" y="481539"/>
                  </a:cubicBezTo>
                  <a:cubicBezTo>
                    <a:pt x="363367" y="472915"/>
                    <a:pt x="341284" y="462691"/>
                    <a:pt x="318846" y="451044"/>
                  </a:cubicBezTo>
                  <a:cubicBezTo>
                    <a:pt x="342264" y="436997"/>
                    <a:pt x="365593" y="421617"/>
                    <a:pt x="388387" y="405169"/>
                  </a:cubicBezTo>
                  <a:cubicBezTo>
                    <a:pt x="393462" y="401435"/>
                    <a:pt x="398538" y="397701"/>
                    <a:pt x="403524" y="393967"/>
                  </a:cubicBezTo>
                  <a:close/>
                  <a:moveTo>
                    <a:pt x="167906" y="393967"/>
                  </a:moveTo>
                  <a:cubicBezTo>
                    <a:pt x="172800" y="397701"/>
                    <a:pt x="177872" y="401435"/>
                    <a:pt x="183034" y="405169"/>
                  </a:cubicBezTo>
                  <a:cubicBezTo>
                    <a:pt x="205814" y="421617"/>
                    <a:pt x="229129" y="436997"/>
                    <a:pt x="252443" y="451044"/>
                  </a:cubicBezTo>
                  <a:cubicBezTo>
                    <a:pt x="230107" y="462691"/>
                    <a:pt x="208039" y="472915"/>
                    <a:pt x="186504" y="481539"/>
                  </a:cubicBezTo>
                  <a:cubicBezTo>
                    <a:pt x="178228" y="454778"/>
                    <a:pt x="171999" y="425262"/>
                    <a:pt x="167906" y="393967"/>
                  </a:cubicBezTo>
                  <a:close/>
                  <a:moveTo>
                    <a:pt x="483987" y="326436"/>
                  </a:moveTo>
                  <a:cubicBezTo>
                    <a:pt x="535879" y="380371"/>
                    <a:pt x="568723" y="432263"/>
                    <a:pt x="571215" y="468871"/>
                  </a:cubicBezTo>
                  <a:cubicBezTo>
                    <a:pt x="572105" y="481844"/>
                    <a:pt x="568990" y="491618"/>
                    <a:pt x="561602" y="498549"/>
                  </a:cubicBezTo>
                  <a:cubicBezTo>
                    <a:pt x="541842" y="517386"/>
                    <a:pt x="491730" y="516764"/>
                    <a:pt x="427733" y="496860"/>
                  </a:cubicBezTo>
                  <a:cubicBezTo>
                    <a:pt x="423728" y="495616"/>
                    <a:pt x="419633" y="494284"/>
                    <a:pt x="415450" y="492862"/>
                  </a:cubicBezTo>
                  <a:cubicBezTo>
                    <a:pt x="427377" y="454654"/>
                    <a:pt x="435477" y="411559"/>
                    <a:pt x="439304" y="365888"/>
                  </a:cubicBezTo>
                  <a:cubicBezTo>
                    <a:pt x="455148" y="352826"/>
                    <a:pt x="470101" y="339587"/>
                    <a:pt x="483987" y="326436"/>
                  </a:cubicBezTo>
                  <a:close/>
                  <a:moveTo>
                    <a:pt x="87462" y="326436"/>
                  </a:moveTo>
                  <a:cubicBezTo>
                    <a:pt x="101348" y="339590"/>
                    <a:pt x="116301" y="352833"/>
                    <a:pt x="132145" y="365899"/>
                  </a:cubicBezTo>
                  <a:cubicBezTo>
                    <a:pt x="135972" y="411583"/>
                    <a:pt x="144072" y="454689"/>
                    <a:pt x="155910" y="492907"/>
                  </a:cubicBezTo>
                  <a:cubicBezTo>
                    <a:pt x="151816" y="494329"/>
                    <a:pt x="147721" y="495663"/>
                    <a:pt x="143716" y="496907"/>
                  </a:cubicBezTo>
                  <a:cubicBezTo>
                    <a:pt x="79630" y="516816"/>
                    <a:pt x="29607" y="517527"/>
                    <a:pt x="9758" y="498596"/>
                  </a:cubicBezTo>
                  <a:cubicBezTo>
                    <a:pt x="2459" y="491663"/>
                    <a:pt x="-745" y="481886"/>
                    <a:pt x="145" y="468910"/>
                  </a:cubicBezTo>
                  <a:cubicBezTo>
                    <a:pt x="2637" y="432292"/>
                    <a:pt x="35481" y="380386"/>
                    <a:pt x="87462" y="326436"/>
                  </a:cubicBezTo>
                  <a:close/>
                  <a:moveTo>
                    <a:pt x="441700" y="285931"/>
                  </a:moveTo>
                  <a:cubicBezTo>
                    <a:pt x="448206" y="291708"/>
                    <a:pt x="454622" y="297574"/>
                    <a:pt x="460682" y="303352"/>
                  </a:cubicBezTo>
                  <a:cubicBezTo>
                    <a:pt x="454622" y="309218"/>
                    <a:pt x="448206" y="314995"/>
                    <a:pt x="441700" y="320861"/>
                  </a:cubicBezTo>
                  <a:cubicBezTo>
                    <a:pt x="441878" y="314995"/>
                    <a:pt x="441878" y="309218"/>
                    <a:pt x="441878" y="303352"/>
                  </a:cubicBezTo>
                  <a:cubicBezTo>
                    <a:pt x="441878" y="297574"/>
                    <a:pt x="441878" y="291708"/>
                    <a:pt x="441700" y="285931"/>
                  </a:cubicBezTo>
                  <a:close/>
                  <a:moveTo>
                    <a:pt x="129660" y="285931"/>
                  </a:moveTo>
                  <a:cubicBezTo>
                    <a:pt x="129571" y="291708"/>
                    <a:pt x="129482" y="297574"/>
                    <a:pt x="129482" y="303352"/>
                  </a:cubicBezTo>
                  <a:cubicBezTo>
                    <a:pt x="129482" y="309218"/>
                    <a:pt x="129571" y="314995"/>
                    <a:pt x="129660" y="320861"/>
                  </a:cubicBezTo>
                  <a:cubicBezTo>
                    <a:pt x="123154" y="314995"/>
                    <a:pt x="116827" y="309218"/>
                    <a:pt x="110678" y="303352"/>
                  </a:cubicBezTo>
                  <a:cubicBezTo>
                    <a:pt x="116827" y="297574"/>
                    <a:pt x="123154" y="291708"/>
                    <a:pt x="129660" y="285931"/>
                  </a:cubicBezTo>
                  <a:close/>
                  <a:moveTo>
                    <a:pt x="285715" y="279439"/>
                  </a:moveTo>
                  <a:cubicBezTo>
                    <a:pt x="298946" y="279439"/>
                    <a:pt x="309672" y="290165"/>
                    <a:pt x="309672" y="303396"/>
                  </a:cubicBezTo>
                  <a:cubicBezTo>
                    <a:pt x="309672" y="316627"/>
                    <a:pt x="298946" y="327353"/>
                    <a:pt x="285715" y="327353"/>
                  </a:cubicBezTo>
                  <a:cubicBezTo>
                    <a:pt x="272484" y="327353"/>
                    <a:pt x="261758" y="316627"/>
                    <a:pt x="261758" y="303396"/>
                  </a:cubicBezTo>
                  <a:cubicBezTo>
                    <a:pt x="261758" y="290165"/>
                    <a:pt x="272484" y="279439"/>
                    <a:pt x="285715" y="279439"/>
                  </a:cubicBezTo>
                  <a:close/>
                  <a:moveTo>
                    <a:pt x="285680" y="246856"/>
                  </a:moveTo>
                  <a:cubicBezTo>
                    <a:pt x="254527" y="246856"/>
                    <a:pt x="229160" y="272185"/>
                    <a:pt x="229160" y="303291"/>
                  </a:cubicBezTo>
                  <a:cubicBezTo>
                    <a:pt x="229160" y="334485"/>
                    <a:pt x="254527" y="359814"/>
                    <a:pt x="285680" y="359814"/>
                  </a:cubicBezTo>
                  <a:cubicBezTo>
                    <a:pt x="316921" y="359814"/>
                    <a:pt x="342288" y="334485"/>
                    <a:pt x="342288" y="303291"/>
                  </a:cubicBezTo>
                  <a:cubicBezTo>
                    <a:pt x="342288" y="272185"/>
                    <a:pt x="316921" y="246856"/>
                    <a:pt x="285680" y="246856"/>
                  </a:cubicBezTo>
                  <a:close/>
                  <a:moveTo>
                    <a:pt x="285680" y="173803"/>
                  </a:moveTo>
                  <a:cubicBezTo>
                    <a:pt x="313717" y="189978"/>
                    <a:pt x="341843" y="208108"/>
                    <a:pt x="369346" y="227926"/>
                  </a:cubicBezTo>
                  <a:cubicBezTo>
                    <a:pt x="382608" y="237525"/>
                    <a:pt x="395514" y="247301"/>
                    <a:pt x="407886" y="257254"/>
                  </a:cubicBezTo>
                  <a:cubicBezTo>
                    <a:pt x="408865" y="272363"/>
                    <a:pt x="409310" y="287738"/>
                    <a:pt x="409310" y="303291"/>
                  </a:cubicBezTo>
                  <a:cubicBezTo>
                    <a:pt x="409310" y="318843"/>
                    <a:pt x="408865" y="334218"/>
                    <a:pt x="407886" y="349327"/>
                  </a:cubicBezTo>
                  <a:cubicBezTo>
                    <a:pt x="395514" y="359280"/>
                    <a:pt x="382608" y="369145"/>
                    <a:pt x="369346" y="378743"/>
                  </a:cubicBezTo>
                  <a:cubicBezTo>
                    <a:pt x="341843" y="398562"/>
                    <a:pt x="313717" y="416692"/>
                    <a:pt x="285680" y="432778"/>
                  </a:cubicBezTo>
                  <a:cubicBezTo>
                    <a:pt x="257642" y="416692"/>
                    <a:pt x="229605" y="398562"/>
                    <a:pt x="202102" y="378743"/>
                  </a:cubicBezTo>
                  <a:cubicBezTo>
                    <a:pt x="188840" y="369145"/>
                    <a:pt x="175934" y="359280"/>
                    <a:pt x="163562" y="349327"/>
                  </a:cubicBezTo>
                  <a:cubicBezTo>
                    <a:pt x="162583" y="334218"/>
                    <a:pt x="162049" y="318843"/>
                    <a:pt x="162049" y="303291"/>
                  </a:cubicBezTo>
                  <a:cubicBezTo>
                    <a:pt x="162049" y="287738"/>
                    <a:pt x="162583" y="272363"/>
                    <a:pt x="163562" y="257254"/>
                  </a:cubicBezTo>
                  <a:cubicBezTo>
                    <a:pt x="175934" y="247301"/>
                    <a:pt x="188840" y="237525"/>
                    <a:pt x="202102" y="227926"/>
                  </a:cubicBezTo>
                  <a:cubicBezTo>
                    <a:pt x="229605" y="208108"/>
                    <a:pt x="257642" y="189978"/>
                    <a:pt x="285680" y="173803"/>
                  </a:cubicBezTo>
                  <a:close/>
                  <a:moveTo>
                    <a:pt x="384914" y="125113"/>
                  </a:moveTo>
                  <a:cubicBezTo>
                    <a:pt x="393106" y="151962"/>
                    <a:pt x="399428" y="181479"/>
                    <a:pt x="403524" y="212685"/>
                  </a:cubicBezTo>
                  <a:cubicBezTo>
                    <a:pt x="398538" y="208951"/>
                    <a:pt x="393462" y="205306"/>
                    <a:pt x="388387" y="201572"/>
                  </a:cubicBezTo>
                  <a:cubicBezTo>
                    <a:pt x="365503" y="185124"/>
                    <a:pt x="342264" y="169744"/>
                    <a:pt x="318846" y="155608"/>
                  </a:cubicBezTo>
                  <a:cubicBezTo>
                    <a:pt x="341284" y="144050"/>
                    <a:pt x="363367" y="133826"/>
                    <a:pt x="384914" y="125113"/>
                  </a:cubicBezTo>
                  <a:close/>
                  <a:moveTo>
                    <a:pt x="186504" y="125113"/>
                  </a:moveTo>
                  <a:cubicBezTo>
                    <a:pt x="208039" y="133826"/>
                    <a:pt x="230107" y="144050"/>
                    <a:pt x="252443" y="155608"/>
                  </a:cubicBezTo>
                  <a:cubicBezTo>
                    <a:pt x="229129" y="169744"/>
                    <a:pt x="205814" y="185124"/>
                    <a:pt x="183034" y="201572"/>
                  </a:cubicBezTo>
                  <a:cubicBezTo>
                    <a:pt x="177872" y="205306"/>
                    <a:pt x="172800" y="208951"/>
                    <a:pt x="167906" y="212685"/>
                  </a:cubicBezTo>
                  <a:cubicBezTo>
                    <a:pt x="171999" y="181479"/>
                    <a:pt x="178228" y="151962"/>
                    <a:pt x="186504" y="125113"/>
                  </a:cubicBezTo>
                  <a:close/>
                  <a:moveTo>
                    <a:pt x="513359" y="94417"/>
                  </a:moveTo>
                  <a:cubicBezTo>
                    <a:pt x="535344" y="94417"/>
                    <a:pt x="551989" y="98948"/>
                    <a:pt x="561602" y="108100"/>
                  </a:cubicBezTo>
                  <a:cubicBezTo>
                    <a:pt x="568990" y="115118"/>
                    <a:pt x="572105" y="124803"/>
                    <a:pt x="571215" y="137863"/>
                  </a:cubicBezTo>
                  <a:cubicBezTo>
                    <a:pt x="568723" y="174380"/>
                    <a:pt x="535879" y="226356"/>
                    <a:pt x="483987" y="280286"/>
                  </a:cubicBezTo>
                  <a:cubicBezTo>
                    <a:pt x="470101" y="267048"/>
                    <a:pt x="455148" y="253898"/>
                    <a:pt x="439304" y="240838"/>
                  </a:cubicBezTo>
                  <a:cubicBezTo>
                    <a:pt x="435477" y="195170"/>
                    <a:pt x="427377" y="151990"/>
                    <a:pt x="415450" y="113875"/>
                  </a:cubicBezTo>
                  <a:cubicBezTo>
                    <a:pt x="419633" y="112453"/>
                    <a:pt x="423728" y="111120"/>
                    <a:pt x="427733" y="109876"/>
                  </a:cubicBezTo>
                  <a:cubicBezTo>
                    <a:pt x="460755" y="99570"/>
                    <a:pt x="490039" y="94417"/>
                    <a:pt x="513359" y="94417"/>
                  </a:cubicBezTo>
                  <a:close/>
                  <a:moveTo>
                    <a:pt x="57990" y="94417"/>
                  </a:moveTo>
                  <a:cubicBezTo>
                    <a:pt x="81402" y="94417"/>
                    <a:pt x="110689" y="99570"/>
                    <a:pt x="143715" y="109876"/>
                  </a:cubicBezTo>
                  <a:cubicBezTo>
                    <a:pt x="147721" y="111120"/>
                    <a:pt x="151816" y="112453"/>
                    <a:pt x="155911" y="113875"/>
                  </a:cubicBezTo>
                  <a:cubicBezTo>
                    <a:pt x="144071" y="151990"/>
                    <a:pt x="135971" y="195170"/>
                    <a:pt x="132143" y="240838"/>
                  </a:cubicBezTo>
                  <a:cubicBezTo>
                    <a:pt x="116297" y="253898"/>
                    <a:pt x="101342" y="267048"/>
                    <a:pt x="87455" y="280286"/>
                  </a:cubicBezTo>
                  <a:cubicBezTo>
                    <a:pt x="35468" y="226356"/>
                    <a:pt x="2620" y="174380"/>
                    <a:pt x="127" y="137863"/>
                  </a:cubicBezTo>
                  <a:cubicBezTo>
                    <a:pt x="-674" y="124803"/>
                    <a:pt x="2442" y="115118"/>
                    <a:pt x="9741" y="108100"/>
                  </a:cubicBezTo>
                  <a:cubicBezTo>
                    <a:pt x="19355" y="98948"/>
                    <a:pt x="36091" y="94417"/>
                    <a:pt x="57990" y="94417"/>
                  </a:cubicBezTo>
                  <a:close/>
                  <a:moveTo>
                    <a:pt x="285671" y="0"/>
                  </a:moveTo>
                  <a:cubicBezTo>
                    <a:pt x="315764" y="0"/>
                    <a:pt x="346391" y="30580"/>
                    <a:pt x="369717" y="83918"/>
                  </a:cubicBezTo>
                  <a:cubicBezTo>
                    <a:pt x="371231" y="87385"/>
                    <a:pt x="372744" y="90852"/>
                    <a:pt x="374169" y="94496"/>
                  </a:cubicBezTo>
                  <a:cubicBezTo>
                    <a:pt x="345412" y="105964"/>
                    <a:pt x="315586" y="120098"/>
                    <a:pt x="285671" y="136544"/>
                  </a:cubicBezTo>
                  <a:cubicBezTo>
                    <a:pt x="255756" y="120098"/>
                    <a:pt x="226019" y="105964"/>
                    <a:pt x="197262" y="94496"/>
                  </a:cubicBezTo>
                  <a:cubicBezTo>
                    <a:pt x="198687" y="90852"/>
                    <a:pt x="200111" y="87296"/>
                    <a:pt x="201625" y="83918"/>
                  </a:cubicBezTo>
                  <a:cubicBezTo>
                    <a:pt x="225040" y="30580"/>
                    <a:pt x="255667" y="0"/>
                    <a:pt x="28567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600" dirty="0"/>
            </a:p>
          </p:txBody>
        </p:sp>
      </p:grpSp>
      <p:sp>
        <p:nvSpPr>
          <p:cNvPr id="31" name="椭圆 30"/>
          <p:cNvSpPr/>
          <p:nvPr/>
        </p:nvSpPr>
        <p:spPr>
          <a:xfrm>
            <a:off x="1979421" y="3429000"/>
            <a:ext cx="141097" cy="14109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l"/>
            <a:endParaRPr lang="zh-CN" altLang="en-US" sz="14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292286" y="2810436"/>
            <a:ext cx="2066271" cy="3693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zh-CN" sz="2400" dirty="0">
                <a:solidFill>
                  <a:schemeClr val="accent1"/>
                </a:solidFill>
                <a:latin typeface="+mj-ea"/>
                <a:ea typeface="+mj-ea"/>
              </a:rPr>
              <a:t>05.</a:t>
            </a:r>
            <a:r>
              <a:rPr lang="zh-CN" altLang="en-US" sz="2400" dirty="0">
                <a:solidFill>
                  <a:schemeClr val="accent1"/>
                </a:solidFill>
                <a:latin typeface="+mj-ea"/>
                <a:ea typeface="+mj-ea"/>
              </a:rPr>
              <a:t> 文体活动类</a:t>
            </a:r>
            <a:endParaRPr lang="zh-CN" altLang="en-US" sz="24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80771" y="586524"/>
            <a:ext cx="4813123" cy="482696"/>
          </a:xfrm>
        </p:spPr>
        <p:txBody>
          <a:bodyPr>
            <a:spAutoFit/>
          </a:bodyPr>
          <a:lstStyle/>
          <a:p>
            <a:r>
              <a:rPr lang="en-US" altLang="zh-CN" dirty="0">
                <a:latin typeface="+mj-ea"/>
                <a:sym typeface="+mn-ea"/>
              </a:rPr>
              <a:t>01 </a:t>
            </a:r>
            <a:r>
              <a:rPr lang="zh-CN" altLang="en-US" dirty="0">
                <a:latin typeface="+mj-ea"/>
                <a:sym typeface="+mn-ea"/>
              </a:rPr>
              <a:t>课程项目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0771" y="586524"/>
            <a:ext cx="4813123" cy="482696"/>
          </a:xfrm>
        </p:spPr>
        <p:txBody>
          <a:bodyPr>
            <a:spAutoFit/>
          </a:bodyPr>
          <a:lstStyle/>
          <a:p>
            <a:r>
              <a:rPr lang="en-US" altLang="zh-CN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02 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+mj-ea"/>
                <a:sym typeface="+mn-ea"/>
              </a:rPr>
              <a:t>记录评价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325978" y="1252766"/>
            <a:ext cx="3540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/>
              <a:t>1</a:t>
            </a:r>
            <a:r>
              <a:rPr lang="zh-CN" altLang="en-US" sz="4000" dirty="0"/>
              <a:t>学分</a:t>
            </a:r>
            <a:r>
              <a:rPr lang="en-US" altLang="zh-CN" sz="4000" dirty="0"/>
              <a:t>=20</a:t>
            </a:r>
            <a:r>
              <a:rPr lang="zh-CN" altLang="en-US" sz="4000" dirty="0"/>
              <a:t>绩点</a:t>
            </a:r>
            <a:endParaRPr lang="zh-CN" altLang="en-US" sz="4000" dirty="0"/>
          </a:p>
        </p:txBody>
      </p:sp>
      <p:sp>
        <p:nvSpPr>
          <p:cNvPr id="4" name="文本框 3"/>
          <p:cNvSpPr txBox="1"/>
          <p:nvPr/>
        </p:nvSpPr>
        <p:spPr>
          <a:xfrm>
            <a:off x="2029089" y="1960652"/>
            <a:ext cx="8133812" cy="4229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dirty="0"/>
              <a:t>        凡学校全日制本科学生在校期间必须取得</a:t>
            </a:r>
            <a:r>
              <a:rPr lang="en-US" altLang="zh-CN" sz="2600" dirty="0">
                <a:solidFill>
                  <a:srgbClr val="FF0000"/>
                </a:solidFill>
              </a:rPr>
              <a:t>4</a:t>
            </a:r>
            <a:r>
              <a:rPr lang="zh-CN" altLang="en-US" sz="2600" dirty="0"/>
              <a:t>个第二课堂</a:t>
            </a:r>
            <a:r>
              <a:rPr lang="zh-CN" altLang="en-US" sz="2600" dirty="0">
                <a:solidFill>
                  <a:srgbClr val="FF0000"/>
                </a:solidFill>
              </a:rPr>
              <a:t>学分</a:t>
            </a:r>
            <a:r>
              <a:rPr lang="zh-CN" altLang="en-US" sz="2600" dirty="0"/>
              <a:t>（</a:t>
            </a:r>
            <a:r>
              <a:rPr lang="en-US" altLang="zh-CN" sz="2600" dirty="0">
                <a:solidFill>
                  <a:srgbClr val="FF0000"/>
                </a:solidFill>
              </a:rPr>
              <a:t>80</a:t>
            </a:r>
            <a:r>
              <a:rPr lang="zh-CN" altLang="en-US" sz="2600" dirty="0">
                <a:solidFill>
                  <a:srgbClr val="FF0000"/>
                </a:solidFill>
              </a:rPr>
              <a:t>绩点</a:t>
            </a:r>
            <a:r>
              <a:rPr lang="zh-CN" altLang="en-US" sz="2600" dirty="0"/>
              <a:t>）；</a:t>
            </a:r>
            <a:endParaRPr lang="en-US" altLang="zh-CN" sz="2600" dirty="0"/>
          </a:p>
          <a:p>
            <a:pPr>
              <a:lnSpc>
                <a:spcPct val="150000"/>
              </a:lnSpc>
            </a:pPr>
            <a:r>
              <a:rPr lang="en-US" altLang="zh-CN" sz="2600" dirty="0"/>
              <a:t>     </a:t>
            </a:r>
            <a:r>
              <a:rPr lang="zh-CN" altLang="en-US" sz="2600" dirty="0"/>
              <a:t>“思想成长类”课程至少获得</a:t>
            </a:r>
            <a:r>
              <a:rPr lang="en-US" altLang="zh-CN" sz="2600" dirty="0">
                <a:solidFill>
                  <a:srgbClr val="FF0000"/>
                </a:solidFill>
              </a:rPr>
              <a:t>1</a:t>
            </a:r>
            <a:r>
              <a:rPr lang="zh-CN" altLang="en-US" sz="2600" dirty="0">
                <a:solidFill>
                  <a:srgbClr val="FF0000"/>
                </a:solidFill>
              </a:rPr>
              <a:t>学分</a:t>
            </a:r>
            <a:r>
              <a:rPr lang="zh-CN" altLang="en-US" sz="2600" dirty="0"/>
              <a:t>（</a:t>
            </a:r>
            <a:r>
              <a:rPr lang="en-US" altLang="zh-CN" sz="2600" dirty="0">
                <a:solidFill>
                  <a:srgbClr val="FF0000"/>
                </a:solidFill>
              </a:rPr>
              <a:t>20</a:t>
            </a:r>
            <a:r>
              <a:rPr lang="zh-CN" altLang="en-US" sz="2600" dirty="0">
                <a:solidFill>
                  <a:srgbClr val="FF0000"/>
                </a:solidFill>
              </a:rPr>
              <a:t>绩点</a:t>
            </a:r>
            <a:r>
              <a:rPr lang="zh-CN" altLang="en-US" sz="2600" dirty="0"/>
              <a:t>），其他类课程至少获得 </a:t>
            </a:r>
            <a:r>
              <a:rPr lang="en-US" altLang="zh-CN" sz="2600" dirty="0">
                <a:solidFill>
                  <a:srgbClr val="FF0000"/>
                </a:solidFill>
              </a:rPr>
              <a:t>0.4</a:t>
            </a:r>
            <a:r>
              <a:rPr lang="zh-CN" altLang="en-US" sz="2600" dirty="0">
                <a:solidFill>
                  <a:srgbClr val="FF0000"/>
                </a:solidFill>
              </a:rPr>
              <a:t>学分</a:t>
            </a:r>
            <a:r>
              <a:rPr lang="zh-CN" altLang="en-US" sz="2600" dirty="0"/>
              <a:t>（</a:t>
            </a:r>
            <a:r>
              <a:rPr lang="en-US" altLang="zh-CN" sz="2600" dirty="0">
                <a:solidFill>
                  <a:srgbClr val="FF0000"/>
                </a:solidFill>
              </a:rPr>
              <a:t>8</a:t>
            </a:r>
            <a:r>
              <a:rPr lang="zh-CN" altLang="en-US" sz="2600" dirty="0">
                <a:solidFill>
                  <a:srgbClr val="FF0000"/>
                </a:solidFill>
              </a:rPr>
              <a:t>绩点</a:t>
            </a:r>
            <a:r>
              <a:rPr lang="zh-CN" altLang="en-US" sz="2600" dirty="0"/>
              <a:t>）。</a:t>
            </a:r>
            <a:endParaRPr lang="en-US" altLang="zh-CN" sz="2600" dirty="0"/>
          </a:p>
          <a:p>
            <a:pPr>
              <a:lnSpc>
                <a:spcPct val="150000"/>
              </a:lnSpc>
            </a:pPr>
            <a:r>
              <a:rPr lang="zh-CN" altLang="en-US" sz="2600" dirty="0"/>
              <a:t>        学生原则上应在</a:t>
            </a:r>
            <a:r>
              <a:rPr lang="zh-CN" altLang="en-US" sz="2600" dirty="0">
                <a:solidFill>
                  <a:srgbClr val="FF0000"/>
                </a:solidFill>
              </a:rPr>
              <a:t>第三学年</a:t>
            </a:r>
            <a:r>
              <a:rPr lang="zh-CN" altLang="en-US" sz="2600" dirty="0"/>
              <a:t>结束时完成第二课堂学分，且原则上每学期修完的第二课堂学分</a:t>
            </a:r>
            <a:r>
              <a:rPr lang="zh-CN" altLang="en-US" sz="2600" dirty="0">
                <a:solidFill>
                  <a:srgbClr val="FF0000"/>
                </a:solidFill>
              </a:rPr>
              <a:t>不低于</a:t>
            </a:r>
            <a:r>
              <a:rPr lang="en-US" altLang="zh-CN" sz="2600" dirty="0">
                <a:solidFill>
                  <a:srgbClr val="FF0000"/>
                </a:solidFill>
              </a:rPr>
              <a:t>0.5</a:t>
            </a:r>
            <a:r>
              <a:rPr lang="zh-CN" altLang="en-US" sz="2600" dirty="0">
                <a:solidFill>
                  <a:srgbClr val="FF0000"/>
                </a:solidFill>
              </a:rPr>
              <a:t>学分</a:t>
            </a:r>
            <a:r>
              <a:rPr lang="zh-CN" altLang="en-US" sz="2600" dirty="0"/>
              <a:t>（</a:t>
            </a:r>
            <a:r>
              <a:rPr lang="en-US" altLang="zh-CN" sz="2600" dirty="0">
                <a:solidFill>
                  <a:srgbClr val="FF0000"/>
                </a:solidFill>
              </a:rPr>
              <a:t>10</a:t>
            </a:r>
            <a:r>
              <a:rPr lang="zh-CN" altLang="en-US" sz="2600" dirty="0">
                <a:solidFill>
                  <a:srgbClr val="FF0000"/>
                </a:solidFill>
              </a:rPr>
              <a:t>绩点</a:t>
            </a:r>
            <a:r>
              <a:rPr lang="zh-CN" altLang="en-US" sz="2600" dirty="0"/>
              <a:t>）。</a:t>
            </a:r>
            <a:endParaRPr lang="zh-CN" alt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1747926" y="1941900"/>
            <a:ext cx="3593933" cy="367793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altLang="zh-CN" sz="23900" dirty="0">
                <a:solidFill>
                  <a:schemeClr val="bg1"/>
                </a:solidFill>
                <a:latin typeface="+mj-ea"/>
                <a:ea typeface="+mj-ea"/>
              </a:rPr>
              <a:t>02</a:t>
            </a:r>
            <a:endParaRPr lang="zh-CN" altLang="en-US" sz="239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108974" y="3426553"/>
            <a:ext cx="2840703" cy="69494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l"/>
            <a:endParaRPr lang="zh-CN" altLang="en-US" sz="16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192980" y="3596199"/>
            <a:ext cx="1391215" cy="3693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altLang="zh-CN" sz="2400" dirty="0">
                <a:solidFill>
                  <a:schemeClr val="bg1"/>
                </a:solidFill>
              </a:rPr>
              <a:t>PART TWO 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596600" y="2872555"/>
            <a:ext cx="5078313" cy="10156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66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学分认定细则</a:t>
            </a:r>
            <a:endParaRPr kumimoji="1" lang="zh-CN" altLang="en-US" sz="66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0771" y="586524"/>
            <a:ext cx="4813123" cy="482696"/>
          </a:xfrm>
        </p:spPr>
        <p:txBody>
          <a:bodyPr>
            <a:spAutoFit/>
          </a:bodyPr>
          <a:lstStyle/>
          <a:p>
            <a:r>
              <a:rPr lang="en-US" altLang="zh-CN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01 </a:t>
            </a:r>
            <a:r>
              <a:rPr lang="zh-CN" altLang="en-US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思想成长类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15308" y="1548578"/>
            <a:ext cx="5848350" cy="3818844"/>
            <a:chOff x="968556" y="1571625"/>
            <a:chExt cx="5848350" cy="3818844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68556" y="1571625"/>
              <a:ext cx="5848350" cy="1857375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rcRect l="1760"/>
            <a:stretch>
              <a:fillRect/>
            </a:stretch>
          </p:blipFill>
          <p:spPr>
            <a:xfrm>
              <a:off x="968556" y="3209244"/>
              <a:ext cx="5848350" cy="2181225"/>
            </a:xfrm>
            <a:prstGeom prst="rect">
              <a:avLst/>
            </a:prstGeom>
          </p:spPr>
        </p:pic>
      </p:grpSp>
      <p:cxnSp>
        <p:nvCxnSpPr>
          <p:cNvPr id="8" name="直接连接符 7"/>
          <p:cNvCxnSpPr/>
          <p:nvPr/>
        </p:nvCxnSpPr>
        <p:spPr>
          <a:xfrm>
            <a:off x="6627042" y="661069"/>
            <a:ext cx="0" cy="5572091"/>
          </a:xfrm>
          <a:prstGeom prst="line">
            <a:avLst/>
          </a:prstGeom>
          <a:ln w="25400">
            <a:gradFill>
              <a:gsLst>
                <a:gs pos="5200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  <a:gs pos="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6890427" y="3152807"/>
            <a:ext cx="4145280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</a:rPr>
              <a:t>青年大学习</a:t>
            </a:r>
            <a:r>
              <a:rPr lang="zh-CN" altLang="en-US" sz="2000" dirty="0"/>
              <a:t>参与</a:t>
            </a:r>
            <a:r>
              <a:rPr lang="en-US" altLang="zh-CN" sz="2000" dirty="0">
                <a:solidFill>
                  <a:srgbClr val="FF0000"/>
                </a:solidFill>
              </a:rPr>
              <a:t>1</a:t>
            </a:r>
            <a:r>
              <a:rPr lang="zh-CN" altLang="en-US" sz="2000" dirty="0">
                <a:solidFill>
                  <a:srgbClr val="FF0000"/>
                </a:solidFill>
              </a:rPr>
              <a:t>次</a:t>
            </a:r>
            <a:r>
              <a:rPr lang="zh-CN" altLang="en-US" sz="2000" dirty="0"/>
              <a:t>加</a:t>
            </a:r>
            <a:r>
              <a:rPr lang="en-US" altLang="zh-CN" sz="2000" dirty="0">
                <a:solidFill>
                  <a:srgbClr val="FF0000"/>
                </a:solidFill>
              </a:rPr>
              <a:t>1</a:t>
            </a:r>
            <a:r>
              <a:rPr lang="zh-CN" altLang="en-US" sz="2000" dirty="0">
                <a:solidFill>
                  <a:srgbClr val="FF0000"/>
                </a:solidFill>
              </a:rPr>
              <a:t>绩点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90427" y="1970973"/>
            <a:ext cx="4145280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+mj-ea"/>
                <a:ea typeface="+mj-ea"/>
              </a:rPr>
              <a:t>需修满</a:t>
            </a:r>
            <a:r>
              <a:rPr lang="en-US" altLang="zh-CN" sz="2000" dirty="0">
                <a:solidFill>
                  <a:srgbClr val="FF0000"/>
                </a:solidFill>
                <a:latin typeface="+mj-ea"/>
                <a:ea typeface="+mj-ea"/>
              </a:rPr>
              <a:t>20</a:t>
            </a:r>
            <a:r>
              <a:rPr lang="zh-CN" altLang="en-US" sz="2000" dirty="0">
                <a:latin typeface="+mj-ea"/>
                <a:ea typeface="+mj-ea"/>
              </a:rPr>
              <a:t>个绩点</a:t>
            </a:r>
            <a:endParaRPr lang="en-US" altLang="zh-CN" sz="20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0771" y="586524"/>
            <a:ext cx="4813123" cy="482696"/>
          </a:xfrm>
        </p:spPr>
        <p:txBody>
          <a:bodyPr>
            <a:spAutoFit/>
          </a:bodyPr>
          <a:lstStyle/>
          <a:p>
            <a:r>
              <a:rPr lang="en-US" altLang="zh-CN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0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+mj-ea"/>
                <a:sym typeface="+mn-ea"/>
              </a:rPr>
              <a:t>2</a:t>
            </a:r>
            <a:r>
              <a:rPr lang="en-US" altLang="zh-CN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 </a:t>
            </a:r>
            <a:r>
              <a:rPr lang="zh-CN" altLang="en-US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实践工作类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627042" y="661069"/>
            <a:ext cx="0" cy="5572091"/>
          </a:xfrm>
          <a:prstGeom prst="line">
            <a:avLst/>
          </a:prstGeom>
          <a:ln w="25400">
            <a:gradFill>
              <a:gsLst>
                <a:gs pos="5200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  <a:gs pos="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r="3497"/>
          <a:stretch>
            <a:fillRect/>
          </a:stretch>
        </p:blipFill>
        <p:spPr>
          <a:xfrm>
            <a:off x="424635" y="1666875"/>
            <a:ext cx="6002292" cy="352425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923315" y="1504648"/>
            <a:ext cx="4145280" cy="1428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① 寒暑期社会实践：</a:t>
            </a:r>
            <a:r>
              <a:rPr lang="zh-CN" altLang="en-US" sz="2000" dirty="0">
                <a:solidFill>
                  <a:srgbClr val="FF0000"/>
                </a:solidFill>
              </a:rPr>
              <a:t>团队</a:t>
            </a:r>
            <a:r>
              <a:rPr lang="zh-CN" altLang="en-US" sz="2000" dirty="0"/>
              <a:t>为单位一人次</a:t>
            </a:r>
            <a:r>
              <a:rPr lang="en-US" altLang="zh-CN" sz="2000" dirty="0">
                <a:solidFill>
                  <a:srgbClr val="FF0000"/>
                </a:solidFill>
              </a:rPr>
              <a:t>6</a:t>
            </a:r>
            <a:r>
              <a:rPr lang="zh-CN" altLang="en-US" sz="2000" dirty="0"/>
              <a:t>绩点，</a:t>
            </a:r>
            <a:r>
              <a:rPr lang="zh-CN" altLang="en-US" sz="2000" dirty="0">
                <a:solidFill>
                  <a:srgbClr val="FF0000"/>
                </a:solidFill>
              </a:rPr>
              <a:t>个人</a:t>
            </a:r>
            <a:r>
              <a:rPr lang="zh-CN" altLang="en-US" sz="2000" dirty="0"/>
              <a:t>为单位自主实践一人次</a:t>
            </a:r>
            <a:r>
              <a:rPr lang="en-US" altLang="zh-CN" sz="2000" dirty="0">
                <a:solidFill>
                  <a:srgbClr val="FF0000"/>
                </a:solidFill>
              </a:rPr>
              <a:t>4</a:t>
            </a:r>
            <a:r>
              <a:rPr lang="zh-CN" altLang="en-US" sz="2000" dirty="0"/>
              <a:t>绩点；</a:t>
            </a:r>
            <a:r>
              <a:rPr lang="zh-CN" altLang="en-US" sz="2000" dirty="0">
                <a:solidFill>
                  <a:srgbClr val="FF0000"/>
                </a:solidFill>
              </a:rPr>
              <a:t>一学期仅计</a:t>
            </a:r>
            <a:r>
              <a:rPr lang="en-US" altLang="zh-CN" sz="2000" dirty="0">
                <a:solidFill>
                  <a:srgbClr val="FF0000"/>
                </a:solidFill>
              </a:rPr>
              <a:t>1</a:t>
            </a:r>
            <a:r>
              <a:rPr lang="zh-CN" altLang="en-US" sz="2000" dirty="0">
                <a:solidFill>
                  <a:srgbClr val="FF0000"/>
                </a:solidFill>
              </a:rPr>
              <a:t>次</a:t>
            </a:r>
            <a:r>
              <a:rPr lang="zh-CN" altLang="en-US" sz="2000" dirty="0"/>
              <a:t>。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923315" y="2932859"/>
            <a:ext cx="4145280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②学生干部：就</a:t>
            </a:r>
            <a:r>
              <a:rPr lang="zh-CN" altLang="en-US" sz="2000" dirty="0">
                <a:solidFill>
                  <a:srgbClr val="FF0000"/>
                </a:solidFill>
              </a:rPr>
              <a:t>最高一次</a:t>
            </a:r>
            <a:r>
              <a:rPr lang="zh-CN" altLang="en-US" sz="2000" dirty="0"/>
              <a:t>职务任职</a:t>
            </a:r>
            <a:r>
              <a:rPr lang="zh-CN" altLang="en-US" sz="2000" dirty="0">
                <a:solidFill>
                  <a:srgbClr val="FF0000"/>
                </a:solidFill>
              </a:rPr>
              <a:t>满一年</a:t>
            </a:r>
            <a:r>
              <a:rPr lang="zh-CN" altLang="en-US" sz="2000" dirty="0"/>
              <a:t>为准，</a:t>
            </a:r>
            <a:r>
              <a:rPr lang="zh-CN" altLang="en-US" sz="2000" dirty="0">
                <a:solidFill>
                  <a:srgbClr val="FF0000"/>
                </a:solidFill>
              </a:rPr>
              <a:t>整个大学</a:t>
            </a:r>
            <a:r>
              <a:rPr lang="en-US" altLang="zh-CN" sz="2000" dirty="0">
                <a:solidFill>
                  <a:srgbClr val="FF0000"/>
                </a:solidFill>
              </a:rPr>
              <a:t>4</a:t>
            </a:r>
            <a:r>
              <a:rPr lang="zh-CN" altLang="en-US" sz="2000" dirty="0">
                <a:solidFill>
                  <a:srgbClr val="FF0000"/>
                </a:solidFill>
              </a:rPr>
              <a:t>年</a:t>
            </a:r>
            <a:r>
              <a:rPr lang="zh-CN" altLang="en-US" sz="2000" dirty="0"/>
              <a:t>期间</a:t>
            </a:r>
            <a:r>
              <a:rPr lang="zh-CN" altLang="en-US" sz="2000" dirty="0">
                <a:solidFill>
                  <a:srgbClr val="FF0000"/>
                </a:solidFill>
              </a:rPr>
              <a:t>只计</a:t>
            </a:r>
            <a:r>
              <a:rPr lang="en-US" altLang="zh-CN" sz="2000" dirty="0">
                <a:solidFill>
                  <a:srgbClr val="FF0000"/>
                </a:solidFill>
              </a:rPr>
              <a:t>1</a:t>
            </a:r>
            <a:r>
              <a:rPr lang="zh-CN" altLang="en-US" sz="2000" dirty="0">
                <a:solidFill>
                  <a:srgbClr val="FF0000"/>
                </a:solidFill>
              </a:rPr>
              <a:t>次</a:t>
            </a:r>
            <a:r>
              <a:rPr lang="zh-CN" altLang="en-US" sz="2000" dirty="0"/>
              <a:t>绩点。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923314" y="4333021"/>
            <a:ext cx="4293319" cy="966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③其他社会实践实习：以实践实习工作</a:t>
            </a:r>
            <a:r>
              <a:rPr lang="zh-CN" altLang="en-US" sz="2000" dirty="0">
                <a:solidFill>
                  <a:srgbClr val="FF0000"/>
                </a:solidFill>
              </a:rPr>
              <a:t>时长</a:t>
            </a:r>
            <a:r>
              <a:rPr lang="zh-CN" altLang="en-US" sz="2000" dirty="0"/>
              <a:t>为分级标准，</a:t>
            </a:r>
            <a:r>
              <a:rPr lang="zh-CN" altLang="en-US" sz="2000" dirty="0">
                <a:solidFill>
                  <a:srgbClr val="FF0000"/>
                </a:solidFill>
              </a:rPr>
              <a:t>一学期</a:t>
            </a:r>
            <a:r>
              <a:rPr lang="zh-CN" altLang="en-US" sz="2000" dirty="0"/>
              <a:t>仅计</a:t>
            </a:r>
            <a:r>
              <a:rPr lang="en-US" altLang="zh-CN" sz="2000" dirty="0">
                <a:solidFill>
                  <a:srgbClr val="FF0000"/>
                </a:solidFill>
              </a:rPr>
              <a:t>1</a:t>
            </a:r>
            <a:r>
              <a:rPr lang="zh-CN" altLang="en-US" sz="2000" dirty="0">
                <a:solidFill>
                  <a:srgbClr val="FF0000"/>
                </a:solidFill>
              </a:rPr>
              <a:t>次</a:t>
            </a:r>
            <a:r>
              <a:rPr lang="zh-CN" altLang="en-US" sz="2000" dirty="0"/>
              <a:t>。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26047" y="5527170"/>
            <a:ext cx="592822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28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旧实践实习类与社会工作类进行合并</a:t>
            </a:r>
            <a:endParaRPr lang="zh-CN" altLang="en-US" sz="28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7505700" y="999823"/>
            <a:ext cx="1228723" cy="5048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返家乡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0771" y="586524"/>
            <a:ext cx="4813123" cy="482696"/>
          </a:xfrm>
        </p:spPr>
        <p:txBody>
          <a:bodyPr>
            <a:spAutoFit/>
          </a:bodyPr>
          <a:lstStyle/>
          <a:p>
            <a:r>
              <a:rPr lang="en-US" altLang="zh-CN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0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+mj-ea"/>
                <a:sym typeface="+mn-ea"/>
              </a:rPr>
              <a:t>3 </a:t>
            </a:r>
            <a:r>
              <a:rPr lang="zh-CN" altLang="en-US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志愿公益类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627042" y="661069"/>
            <a:ext cx="0" cy="5572091"/>
          </a:xfrm>
          <a:prstGeom prst="line">
            <a:avLst/>
          </a:prstGeom>
          <a:ln w="25400">
            <a:gradFill>
              <a:gsLst>
                <a:gs pos="5200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  <a:gs pos="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891" y="1551639"/>
            <a:ext cx="6029325" cy="379095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923315" y="1551639"/>
            <a:ext cx="4145280" cy="966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① 注册志愿者：</a:t>
            </a:r>
            <a:r>
              <a:rPr lang="en-US" altLang="zh-CN" sz="2000" dirty="0">
                <a:solidFill>
                  <a:srgbClr val="FF0000"/>
                </a:solidFill>
              </a:rPr>
              <a:t>3</a:t>
            </a:r>
            <a:r>
              <a:rPr lang="zh-CN" altLang="en-US" sz="2000" dirty="0">
                <a:solidFill>
                  <a:srgbClr val="FF0000"/>
                </a:solidFill>
              </a:rPr>
              <a:t>绩点</a:t>
            </a:r>
            <a:r>
              <a:rPr lang="zh-CN" altLang="en-US" sz="2000" dirty="0"/>
              <a:t>，</a:t>
            </a:r>
            <a:r>
              <a:rPr lang="zh-CN" altLang="en-US" sz="2000" dirty="0">
                <a:solidFill>
                  <a:srgbClr val="FF0000"/>
                </a:solidFill>
              </a:rPr>
              <a:t>整个大学四年</a:t>
            </a:r>
            <a:r>
              <a:rPr lang="zh-CN" altLang="en-US" sz="2000" dirty="0"/>
              <a:t>仅计</a:t>
            </a:r>
            <a:r>
              <a:rPr lang="en-US" altLang="zh-CN" sz="2000" dirty="0">
                <a:solidFill>
                  <a:srgbClr val="FF0000"/>
                </a:solidFill>
              </a:rPr>
              <a:t>1</a:t>
            </a:r>
            <a:r>
              <a:rPr lang="zh-CN" altLang="en-US" sz="2000" dirty="0"/>
              <a:t>次。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923315" y="2545792"/>
            <a:ext cx="4145280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②无偿献血：</a:t>
            </a:r>
            <a:r>
              <a:rPr lang="zh-CN" altLang="en-US" sz="2000" dirty="0">
                <a:solidFill>
                  <a:srgbClr val="FF0000"/>
                </a:solidFill>
              </a:rPr>
              <a:t>一次</a:t>
            </a:r>
            <a:r>
              <a:rPr lang="en-US" altLang="zh-CN" sz="2000" dirty="0">
                <a:solidFill>
                  <a:srgbClr val="FF0000"/>
                </a:solidFill>
              </a:rPr>
              <a:t>2</a:t>
            </a:r>
            <a:r>
              <a:rPr lang="zh-CN" altLang="en-US" sz="2000" dirty="0">
                <a:solidFill>
                  <a:srgbClr val="FF0000"/>
                </a:solidFill>
              </a:rPr>
              <a:t>绩点</a:t>
            </a:r>
            <a:r>
              <a:rPr lang="zh-CN" altLang="en-US" sz="2000" dirty="0"/>
              <a:t>，</a:t>
            </a:r>
            <a:r>
              <a:rPr lang="zh-CN" altLang="en-US" sz="2000" dirty="0">
                <a:solidFill>
                  <a:srgbClr val="FF0000"/>
                </a:solidFill>
              </a:rPr>
              <a:t>一学期</a:t>
            </a:r>
            <a:r>
              <a:rPr lang="zh-CN" altLang="en-US" sz="2000" dirty="0"/>
              <a:t>最多计</a:t>
            </a:r>
            <a:r>
              <a:rPr lang="en-US" altLang="zh-CN" sz="2000" dirty="0">
                <a:solidFill>
                  <a:srgbClr val="FF0000"/>
                </a:solidFill>
              </a:rPr>
              <a:t>2</a:t>
            </a:r>
            <a:r>
              <a:rPr lang="zh-CN" altLang="en-US" sz="2000" dirty="0"/>
              <a:t>次。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923314" y="3483219"/>
            <a:ext cx="4302033" cy="966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③志愿服务：以</a:t>
            </a:r>
            <a:r>
              <a:rPr lang="zh-CN" altLang="en-US" sz="2000" dirty="0">
                <a:solidFill>
                  <a:srgbClr val="FF0000"/>
                </a:solidFill>
              </a:rPr>
              <a:t>志愿服务时长</a:t>
            </a:r>
            <a:r>
              <a:rPr lang="zh-CN" altLang="en-US" sz="2000" dirty="0"/>
              <a:t>为分级标准，</a:t>
            </a:r>
            <a:r>
              <a:rPr lang="zh-CN" altLang="en-US" sz="2000" dirty="0">
                <a:solidFill>
                  <a:srgbClr val="FF0000"/>
                </a:solidFill>
              </a:rPr>
              <a:t>不包括寒暑假期间社会实践</a:t>
            </a:r>
            <a:r>
              <a:rPr lang="zh-CN" altLang="en-US" sz="2000" dirty="0"/>
              <a:t>。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23314" y="4449766"/>
            <a:ext cx="4302033" cy="504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④志愿公益摆点活动：一次</a:t>
            </a:r>
            <a:r>
              <a:rPr lang="en-US" altLang="zh-CN" sz="2000" dirty="0"/>
              <a:t>1</a:t>
            </a:r>
            <a:r>
              <a:rPr lang="zh-CN" altLang="en-US" sz="2000" dirty="0"/>
              <a:t>绩点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0771" y="586524"/>
            <a:ext cx="4813123" cy="482696"/>
          </a:xfrm>
        </p:spPr>
        <p:txBody>
          <a:bodyPr>
            <a:spAutoFit/>
          </a:bodyPr>
          <a:lstStyle/>
          <a:p>
            <a:r>
              <a:rPr lang="en-US" altLang="zh-CN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0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+mj-ea"/>
                <a:sym typeface="+mn-ea"/>
              </a:rPr>
              <a:t>4</a:t>
            </a:r>
            <a:r>
              <a:rPr lang="en-US" altLang="zh-CN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 </a:t>
            </a:r>
            <a:r>
              <a:rPr lang="zh-CN" altLang="en-US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创新创业类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627042" y="661069"/>
            <a:ext cx="0" cy="5572091"/>
          </a:xfrm>
          <a:prstGeom prst="line">
            <a:avLst/>
          </a:prstGeom>
          <a:ln w="25400">
            <a:gradFill>
              <a:gsLst>
                <a:gs pos="5200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  <a:gs pos="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/>
          <p:cNvGrpSpPr/>
          <p:nvPr/>
        </p:nvGrpSpPr>
        <p:grpSpPr>
          <a:xfrm>
            <a:off x="756721" y="1445622"/>
            <a:ext cx="5664780" cy="4354794"/>
            <a:chOff x="774138" y="1297576"/>
            <a:chExt cx="5664780" cy="4354794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/>
            <a:srcRect l="3406" t="4026" r="2673" b="10307"/>
            <a:stretch>
              <a:fillRect/>
            </a:stretch>
          </p:blipFill>
          <p:spPr>
            <a:xfrm>
              <a:off x="801190" y="1297576"/>
              <a:ext cx="5582194" cy="1942012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2"/>
            <a:srcRect l="4642" t="7425" r="1311"/>
            <a:stretch>
              <a:fillRect/>
            </a:stretch>
          </p:blipFill>
          <p:spPr>
            <a:xfrm>
              <a:off x="774138" y="3178627"/>
              <a:ext cx="5664780" cy="2473743"/>
            </a:xfrm>
            <a:prstGeom prst="rect">
              <a:avLst/>
            </a:prstGeom>
          </p:spPr>
        </p:pic>
      </p:grpSp>
      <p:sp>
        <p:nvSpPr>
          <p:cNvPr id="12" name="文本框 11"/>
          <p:cNvSpPr txBox="1"/>
          <p:nvPr/>
        </p:nvSpPr>
        <p:spPr>
          <a:xfrm>
            <a:off x="6923315" y="2672823"/>
            <a:ext cx="4145280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① </a:t>
            </a:r>
            <a:r>
              <a:rPr lang="zh-CN" altLang="en-US" sz="2000" dirty="0">
                <a:solidFill>
                  <a:srgbClr val="FF0000"/>
                </a:solidFill>
              </a:rPr>
              <a:t>参与</a:t>
            </a:r>
            <a:r>
              <a:rPr lang="zh-CN" altLang="en-US" sz="2000" dirty="0"/>
              <a:t>创新创业竞赛：根据创新创业竞赛</a:t>
            </a:r>
            <a:r>
              <a:rPr lang="zh-CN" altLang="en-US" sz="2000" dirty="0">
                <a:solidFill>
                  <a:srgbClr val="FF0000"/>
                </a:solidFill>
              </a:rPr>
              <a:t>赛事</a:t>
            </a:r>
            <a:r>
              <a:rPr lang="zh-CN" altLang="en-US" sz="2000" dirty="0"/>
              <a:t>以及赛事</a:t>
            </a:r>
            <a:r>
              <a:rPr lang="zh-CN" altLang="en-US" sz="2000" dirty="0">
                <a:solidFill>
                  <a:srgbClr val="FF0000"/>
                </a:solidFill>
              </a:rPr>
              <a:t>级别</a:t>
            </a:r>
            <a:r>
              <a:rPr lang="zh-CN" altLang="en-US" sz="2000" dirty="0"/>
              <a:t>和</a:t>
            </a:r>
            <a:r>
              <a:rPr lang="zh-CN" altLang="en-US" sz="2000" dirty="0">
                <a:solidFill>
                  <a:srgbClr val="FF0000"/>
                </a:solidFill>
              </a:rPr>
              <a:t>成员排名</a:t>
            </a:r>
            <a:r>
              <a:rPr lang="zh-CN" altLang="en-US" sz="2000" dirty="0"/>
              <a:t>进行绩点赋予。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0771" y="586524"/>
            <a:ext cx="4813123" cy="482696"/>
          </a:xfrm>
        </p:spPr>
        <p:txBody>
          <a:bodyPr>
            <a:spAutoFit/>
          </a:bodyPr>
          <a:lstStyle/>
          <a:p>
            <a:r>
              <a:rPr lang="en-US" altLang="zh-CN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0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+mj-ea"/>
                <a:sym typeface="+mn-ea"/>
              </a:rPr>
              <a:t>4</a:t>
            </a:r>
            <a:r>
              <a:rPr lang="en-US" altLang="zh-CN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 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+mj-ea"/>
                <a:sym typeface="+mn-ea"/>
              </a:rPr>
              <a:t>创新创业</a:t>
            </a:r>
            <a:r>
              <a:rPr lang="zh-CN" altLang="en-US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类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627042" y="661069"/>
            <a:ext cx="0" cy="5572091"/>
          </a:xfrm>
          <a:prstGeom prst="line">
            <a:avLst/>
          </a:prstGeom>
          <a:ln w="25400">
            <a:gradFill>
              <a:gsLst>
                <a:gs pos="5200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  <a:gs pos="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/>
          <p:cNvGrpSpPr/>
          <p:nvPr/>
        </p:nvGrpSpPr>
        <p:grpSpPr>
          <a:xfrm>
            <a:off x="1213647" y="1069220"/>
            <a:ext cx="4445707" cy="5305454"/>
            <a:chOff x="1415599" y="1069220"/>
            <a:chExt cx="4078295" cy="4841651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415599" y="1069220"/>
              <a:ext cx="4078295" cy="4269134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15600" y="5338355"/>
              <a:ext cx="4078294" cy="572516"/>
            </a:xfrm>
            <a:prstGeom prst="rect">
              <a:avLst/>
            </a:prstGeom>
          </p:spPr>
        </p:pic>
      </p:grpSp>
      <p:sp>
        <p:nvSpPr>
          <p:cNvPr id="12" name="文本框 11"/>
          <p:cNvSpPr txBox="1"/>
          <p:nvPr/>
        </p:nvSpPr>
        <p:spPr>
          <a:xfrm>
            <a:off x="6792502" y="827872"/>
            <a:ext cx="4145280" cy="1340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②科技制作发明：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院级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绩点；校级</a:t>
            </a:r>
            <a:r>
              <a:rPr lang="en-US" altLang="zh-CN" dirty="0">
                <a:solidFill>
                  <a:srgbClr val="FF0000"/>
                </a:solidFill>
              </a:rPr>
              <a:t>4</a:t>
            </a:r>
            <a:r>
              <a:rPr lang="zh-CN" altLang="en-US" dirty="0">
                <a:solidFill>
                  <a:srgbClr val="FF0000"/>
                </a:solidFill>
              </a:rPr>
              <a:t>绩点；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省级</a:t>
            </a:r>
            <a:r>
              <a:rPr lang="en-US" altLang="zh-CN" dirty="0">
                <a:solidFill>
                  <a:srgbClr val="FF0000"/>
                </a:solidFill>
              </a:rPr>
              <a:t>5</a:t>
            </a:r>
            <a:r>
              <a:rPr lang="zh-CN" altLang="en-US" dirty="0">
                <a:solidFill>
                  <a:srgbClr val="FF0000"/>
                </a:solidFill>
              </a:rPr>
              <a:t>绩点；国级</a:t>
            </a:r>
            <a:r>
              <a:rPr lang="en-US" altLang="zh-CN" dirty="0">
                <a:solidFill>
                  <a:srgbClr val="FF0000"/>
                </a:solidFill>
              </a:rPr>
              <a:t>6</a:t>
            </a:r>
            <a:r>
              <a:rPr lang="zh-CN" altLang="en-US" dirty="0">
                <a:solidFill>
                  <a:srgbClr val="FF0000"/>
                </a:solidFill>
              </a:rPr>
              <a:t>绩点。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792502" y="2168624"/>
            <a:ext cx="4955177" cy="3048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③ </a:t>
            </a:r>
            <a:r>
              <a:rPr lang="zh-CN" altLang="en-US" dirty="0">
                <a:solidFill>
                  <a:srgbClr val="FF0000"/>
                </a:solidFill>
              </a:rPr>
              <a:t>第二参与者以及以后减半加绩点！！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/>
              <a:t>     </a:t>
            </a:r>
            <a:r>
              <a:rPr lang="zh-CN" altLang="en-US" dirty="0"/>
              <a:t>课题：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dirty="0"/>
              <a:t>申报</a:t>
            </a:r>
            <a:r>
              <a:rPr lang="en-US" altLang="zh-CN" dirty="0"/>
              <a:t>——</a:t>
            </a:r>
            <a:r>
              <a:rPr lang="zh-CN" altLang="en-US" dirty="0"/>
              <a:t>校级</a:t>
            </a:r>
            <a:r>
              <a:rPr lang="en-US" altLang="zh-CN" dirty="0"/>
              <a:t>1</a:t>
            </a:r>
            <a:r>
              <a:rPr lang="zh-CN" altLang="en-US" dirty="0"/>
              <a:t>绩点，省级</a:t>
            </a:r>
            <a:r>
              <a:rPr lang="en-US" altLang="zh-CN" dirty="0"/>
              <a:t>2</a:t>
            </a:r>
            <a:r>
              <a:rPr lang="zh-CN" altLang="en-US" dirty="0"/>
              <a:t>绩点，国级</a:t>
            </a:r>
            <a:r>
              <a:rPr lang="en-US" altLang="zh-CN" dirty="0"/>
              <a:t>3</a:t>
            </a:r>
            <a:r>
              <a:rPr lang="zh-CN" altLang="en-US" dirty="0"/>
              <a:t>绩点；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立项</a:t>
            </a:r>
            <a:r>
              <a:rPr lang="en-US" altLang="zh-CN" dirty="0"/>
              <a:t>——</a:t>
            </a:r>
            <a:r>
              <a:rPr lang="zh-CN" altLang="en-US" dirty="0"/>
              <a:t>校级</a:t>
            </a:r>
            <a:r>
              <a:rPr lang="en-US" altLang="zh-CN" dirty="0"/>
              <a:t>2</a:t>
            </a:r>
            <a:r>
              <a:rPr lang="zh-CN" altLang="en-US" dirty="0"/>
              <a:t>绩点，省级</a:t>
            </a:r>
            <a:r>
              <a:rPr lang="en-US" altLang="zh-CN" dirty="0"/>
              <a:t>4</a:t>
            </a:r>
            <a:r>
              <a:rPr lang="zh-CN" altLang="en-US" dirty="0"/>
              <a:t>绩点，国级</a:t>
            </a:r>
            <a:r>
              <a:rPr lang="en-US" altLang="zh-CN" dirty="0"/>
              <a:t>6</a:t>
            </a:r>
            <a:r>
              <a:rPr lang="zh-CN" altLang="en-US" dirty="0"/>
              <a:t>绩点；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结题</a:t>
            </a:r>
            <a:r>
              <a:rPr lang="en-US" altLang="zh-CN" dirty="0"/>
              <a:t>——</a:t>
            </a:r>
            <a:r>
              <a:rPr lang="zh-CN" altLang="en-US" dirty="0"/>
              <a:t>校级</a:t>
            </a:r>
            <a:r>
              <a:rPr lang="en-US" altLang="zh-CN" dirty="0"/>
              <a:t>3</a:t>
            </a:r>
            <a:r>
              <a:rPr lang="zh-CN" altLang="en-US" dirty="0"/>
              <a:t>绩点，省级</a:t>
            </a:r>
            <a:r>
              <a:rPr lang="en-US" altLang="zh-CN" dirty="0"/>
              <a:t>6</a:t>
            </a:r>
            <a:r>
              <a:rPr lang="zh-CN" altLang="en-US" dirty="0"/>
              <a:t>绩点，国级</a:t>
            </a:r>
            <a:r>
              <a:rPr lang="en-US" altLang="zh-CN" dirty="0"/>
              <a:t>9</a:t>
            </a:r>
            <a:r>
              <a:rPr lang="zh-CN" altLang="en-US" dirty="0"/>
              <a:t>绩点；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 </a:t>
            </a:r>
            <a:r>
              <a:rPr lang="zh-CN" altLang="en-US" dirty="0"/>
              <a:t>论文：教师第一作者学生第二作者时，等同于此学生为第一作者，按第一作者绩点数计算</a:t>
            </a:r>
            <a:endParaRPr lang="en-US" altLang="zh-C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0771" y="586524"/>
            <a:ext cx="4813123" cy="482696"/>
          </a:xfrm>
        </p:spPr>
        <p:txBody>
          <a:bodyPr>
            <a:spAutoFit/>
          </a:bodyPr>
          <a:lstStyle/>
          <a:p>
            <a:r>
              <a:rPr lang="en-US" altLang="zh-CN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0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+mj-ea"/>
                <a:sym typeface="+mn-ea"/>
              </a:rPr>
              <a:t>5</a:t>
            </a:r>
            <a:r>
              <a:rPr lang="en-US" altLang="zh-CN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 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+mj-ea"/>
                <a:sym typeface="+mn-ea"/>
              </a:rPr>
              <a:t>文体活动</a:t>
            </a:r>
            <a:r>
              <a:rPr lang="zh-CN" altLang="en-US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类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627042" y="661069"/>
            <a:ext cx="0" cy="5572091"/>
          </a:xfrm>
          <a:prstGeom prst="line">
            <a:avLst/>
          </a:prstGeom>
          <a:ln w="25400">
            <a:gradFill>
              <a:gsLst>
                <a:gs pos="5200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  <a:gs pos="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67" y="1160825"/>
            <a:ext cx="5991225" cy="486727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949440" y="661069"/>
            <a:ext cx="4406535" cy="2956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①文学活动与艺体活动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    个人参加：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院级</a:t>
            </a:r>
            <a:r>
              <a:rPr lang="en-US" altLang="zh-CN" dirty="0"/>
              <a:t>1</a:t>
            </a:r>
            <a:r>
              <a:rPr lang="zh-CN" altLang="en-US" dirty="0"/>
              <a:t>绩点，校级</a:t>
            </a:r>
            <a:r>
              <a:rPr lang="en-US" altLang="zh-CN" dirty="0"/>
              <a:t>2</a:t>
            </a:r>
            <a:r>
              <a:rPr lang="zh-CN" altLang="en-US" dirty="0"/>
              <a:t>绩点，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省级</a:t>
            </a:r>
            <a:r>
              <a:rPr lang="en-US" altLang="zh-CN" dirty="0"/>
              <a:t>4</a:t>
            </a:r>
            <a:r>
              <a:rPr lang="zh-CN" altLang="en-US" dirty="0"/>
              <a:t>绩点，国级</a:t>
            </a:r>
            <a:r>
              <a:rPr lang="en-US" altLang="zh-CN" dirty="0"/>
              <a:t>6</a:t>
            </a:r>
            <a:r>
              <a:rPr lang="zh-CN" altLang="en-US" dirty="0"/>
              <a:t>绩点。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团队参加减半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个人或团队参加同一活动的不同级别只加最高绩点，不累加！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949440" y="3702518"/>
            <a:ext cx="4580706" cy="2125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②</a:t>
            </a:r>
            <a:r>
              <a:rPr lang="zh-CN" altLang="en-US" dirty="0">
                <a:solidFill>
                  <a:srgbClr val="FF0000"/>
                </a:solidFill>
              </a:rPr>
              <a:t>参与</a:t>
            </a:r>
            <a:r>
              <a:rPr lang="zh-CN" altLang="en-US" dirty="0"/>
              <a:t>文体竞赛（不作个人</a:t>
            </a:r>
            <a:r>
              <a:rPr lang="en-US" altLang="zh-CN" dirty="0"/>
              <a:t>or</a:t>
            </a:r>
            <a:r>
              <a:rPr lang="zh-CN" altLang="en-US" dirty="0"/>
              <a:t>团队参与区分）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/>
              <a:t>院级</a:t>
            </a:r>
            <a:r>
              <a:rPr lang="en-US" altLang="zh-CN" dirty="0"/>
              <a:t>1</a:t>
            </a:r>
            <a:r>
              <a:rPr lang="zh-CN" altLang="en-US" dirty="0"/>
              <a:t>绩点，校级</a:t>
            </a:r>
            <a:r>
              <a:rPr lang="en-US" altLang="zh-CN" dirty="0"/>
              <a:t>2</a:t>
            </a:r>
            <a:r>
              <a:rPr lang="zh-CN" altLang="en-US" dirty="0"/>
              <a:t>绩点，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省级</a:t>
            </a:r>
            <a:r>
              <a:rPr lang="en-US" altLang="zh-CN" dirty="0"/>
              <a:t>3</a:t>
            </a:r>
            <a:r>
              <a:rPr lang="zh-CN" altLang="en-US" dirty="0"/>
              <a:t>绩点，国级</a:t>
            </a:r>
            <a:r>
              <a:rPr lang="en-US" altLang="zh-CN" dirty="0"/>
              <a:t>4</a:t>
            </a:r>
            <a:r>
              <a:rPr lang="zh-CN" altLang="en-US" dirty="0"/>
              <a:t>绩点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参加同一活动的不同级别只加最高绩点，不累加！</a:t>
            </a:r>
            <a:endParaRPr lang="en-US" altLang="zh-CN" dirty="0"/>
          </a:p>
        </p:txBody>
      </p:sp>
      <p:sp>
        <p:nvSpPr>
          <p:cNvPr id="4" name="矩形 3"/>
          <p:cNvSpPr/>
          <p:nvPr/>
        </p:nvSpPr>
        <p:spPr>
          <a:xfrm>
            <a:off x="8201025" y="5523275"/>
            <a:ext cx="2800350" cy="5048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竞赛参与奖不加绩点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0771" y="586524"/>
            <a:ext cx="4813123" cy="482696"/>
          </a:xfrm>
        </p:spPr>
        <p:txBody>
          <a:bodyPr>
            <a:spAutoFit/>
          </a:bodyPr>
          <a:lstStyle/>
          <a:p>
            <a:r>
              <a:rPr lang="en-US" altLang="zh-CN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0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+mj-ea"/>
                <a:sym typeface="+mn-ea"/>
              </a:rPr>
              <a:t>6</a:t>
            </a:r>
            <a:r>
              <a:rPr lang="en-US" altLang="zh-CN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 </a:t>
            </a:r>
            <a:r>
              <a:rPr lang="zh-CN" altLang="en-US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技能特长类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627042" y="661069"/>
            <a:ext cx="0" cy="5572091"/>
          </a:xfrm>
          <a:prstGeom prst="line">
            <a:avLst/>
          </a:prstGeom>
          <a:ln w="25400">
            <a:gradFill>
              <a:gsLst>
                <a:gs pos="5200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  <a:gs pos="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795" y="1165588"/>
            <a:ext cx="5724525" cy="48577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949442" y="586524"/>
            <a:ext cx="4561787" cy="3372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①外语等级考试：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音乐、体育、美术</a:t>
            </a:r>
            <a:r>
              <a:rPr lang="zh-CN" altLang="en-US" dirty="0"/>
              <a:t>专业（</a:t>
            </a:r>
            <a:r>
              <a:rPr lang="en-US" altLang="zh-CN" dirty="0"/>
              <a:t>360</a:t>
            </a:r>
            <a:r>
              <a:rPr lang="zh-CN" altLang="en-US" dirty="0"/>
              <a:t>分为通过）</a:t>
            </a:r>
            <a:r>
              <a:rPr lang="en-US" altLang="zh-CN" dirty="0"/>
              <a:t>: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三级</a:t>
            </a:r>
            <a:r>
              <a:rPr lang="en-US" altLang="zh-CN" dirty="0"/>
              <a:t>2</a:t>
            </a:r>
            <a:r>
              <a:rPr lang="zh-CN" altLang="en-US" dirty="0"/>
              <a:t>绩点，四级</a:t>
            </a:r>
            <a:r>
              <a:rPr lang="en-US" altLang="zh-CN" dirty="0"/>
              <a:t>3</a:t>
            </a:r>
            <a:r>
              <a:rPr lang="zh-CN" altLang="en-US" dirty="0"/>
              <a:t>绩点，六级</a:t>
            </a:r>
            <a:r>
              <a:rPr lang="en-US" altLang="zh-CN" dirty="0"/>
              <a:t>4</a:t>
            </a:r>
            <a:r>
              <a:rPr lang="zh-CN" altLang="en-US" dirty="0"/>
              <a:t>绩点。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外语</a:t>
            </a:r>
            <a:r>
              <a:rPr lang="zh-CN" altLang="en-US" dirty="0"/>
              <a:t>专业学生：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四级</a:t>
            </a:r>
            <a:r>
              <a:rPr lang="en-US" altLang="zh-CN" dirty="0"/>
              <a:t>2</a:t>
            </a:r>
            <a:r>
              <a:rPr lang="zh-CN" altLang="en-US" dirty="0"/>
              <a:t>绩点，六级</a:t>
            </a:r>
            <a:r>
              <a:rPr lang="en-US" altLang="zh-CN" dirty="0"/>
              <a:t>2.5 </a:t>
            </a:r>
            <a:r>
              <a:rPr lang="zh-CN" altLang="en-US" dirty="0"/>
              <a:t>绩点（</a:t>
            </a:r>
            <a:r>
              <a:rPr lang="en-US" altLang="zh-CN" dirty="0"/>
              <a:t>425</a:t>
            </a:r>
            <a:r>
              <a:rPr lang="zh-CN" altLang="en-US" dirty="0"/>
              <a:t>分为通过）；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专四</a:t>
            </a:r>
            <a:r>
              <a:rPr lang="en-US" altLang="zh-CN" dirty="0"/>
              <a:t>3</a:t>
            </a:r>
            <a:r>
              <a:rPr lang="zh-CN" altLang="en-US" dirty="0"/>
              <a:t>绩点，专八</a:t>
            </a:r>
            <a:r>
              <a:rPr lang="en-US" altLang="zh-CN" dirty="0"/>
              <a:t>4</a:t>
            </a:r>
            <a:r>
              <a:rPr lang="zh-CN" altLang="en-US" dirty="0"/>
              <a:t>绩点。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普通</a:t>
            </a:r>
            <a:r>
              <a:rPr lang="zh-CN" altLang="en-US" dirty="0"/>
              <a:t>专业学生：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四级</a:t>
            </a:r>
            <a:r>
              <a:rPr lang="en-US" altLang="zh-CN" dirty="0"/>
              <a:t>2</a:t>
            </a:r>
            <a:r>
              <a:rPr lang="zh-CN" altLang="en-US" dirty="0"/>
              <a:t>绩点，六级</a:t>
            </a:r>
            <a:r>
              <a:rPr lang="en-US" altLang="zh-CN" dirty="0"/>
              <a:t>4</a:t>
            </a:r>
            <a:r>
              <a:rPr lang="zh-CN" altLang="en-US" dirty="0"/>
              <a:t>绩点（</a:t>
            </a:r>
            <a:r>
              <a:rPr lang="en-US" altLang="zh-CN" dirty="0"/>
              <a:t>425</a:t>
            </a:r>
            <a:r>
              <a:rPr lang="zh-CN" altLang="en-US" dirty="0"/>
              <a:t>分为通过）。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6949441" y="3979068"/>
            <a:ext cx="4561787" cy="1710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②普通话等级考试：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一级甲等</a:t>
            </a:r>
            <a:r>
              <a:rPr lang="en-US" altLang="zh-CN" dirty="0"/>
              <a:t>:4</a:t>
            </a:r>
            <a:r>
              <a:rPr lang="zh-CN" altLang="en-US" dirty="0"/>
              <a:t>绩点，一级乙等</a:t>
            </a:r>
            <a:r>
              <a:rPr lang="en-US" altLang="zh-CN" dirty="0"/>
              <a:t>:3.5</a:t>
            </a:r>
            <a:r>
              <a:rPr lang="zh-CN" altLang="en-US" dirty="0"/>
              <a:t>绩点，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二级甲等</a:t>
            </a:r>
            <a:r>
              <a:rPr lang="en-US" altLang="zh-CN" dirty="0"/>
              <a:t>:2.5</a:t>
            </a:r>
            <a:r>
              <a:rPr lang="zh-CN" altLang="en-US" dirty="0"/>
              <a:t>绩点，二级乙等</a:t>
            </a:r>
            <a:r>
              <a:rPr lang="en-US" altLang="zh-CN" dirty="0"/>
              <a:t>:2</a:t>
            </a:r>
            <a:r>
              <a:rPr lang="zh-CN" altLang="en-US" dirty="0"/>
              <a:t>绩点，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三级甲等</a:t>
            </a:r>
            <a:r>
              <a:rPr lang="en-US" altLang="zh-CN" dirty="0"/>
              <a:t>:1.5</a:t>
            </a:r>
            <a:r>
              <a:rPr lang="zh-CN" altLang="en-US" dirty="0"/>
              <a:t>绩点，三级乙等</a:t>
            </a:r>
            <a:r>
              <a:rPr lang="en-US" altLang="zh-CN" dirty="0"/>
              <a:t>:1</a:t>
            </a:r>
            <a:r>
              <a:rPr lang="zh-CN" altLang="en-US" dirty="0"/>
              <a:t>绩点。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9001125" y="3958601"/>
            <a:ext cx="2676523" cy="5048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如果同时考取多个，只能申请最高分的那一个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0771" y="586524"/>
            <a:ext cx="4813123" cy="482696"/>
          </a:xfrm>
        </p:spPr>
        <p:txBody>
          <a:bodyPr>
            <a:spAutoFit/>
          </a:bodyPr>
          <a:lstStyle/>
          <a:p>
            <a:r>
              <a:rPr lang="en-US" altLang="zh-CN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0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+mj-ea"/>
                <a:sym typeface="+mn-ea"/>
              </a:rPr>
              <a:t>6</a:t>
            </a:r>
            <a:r>
              <a:rPr lang="en-US" altLang="zh-CN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 </a:t>
            </a:r>
            <a:r>
              <a:rPr lang="zh-CN" altLang="en-US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技能特长类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627042" y="661069"/>
            <a:ext cx="0" cy="5572091"/>
          </a:xfrm>
          <a:prstGeom prst="line">
            <a:avLst/>
          </a:prstGeom>
          <a:ln w="25400">
            <a:gradFill>
              <a:gsLst>
                <a:gs pos="5200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  <a:gs pos="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795" y="1165588"/>
            <a:ext cx="5724525" cy="48577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949442" y="1997313"/>
            <a:ext cx="4561787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③职业资格证书：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省级证书</a:t>
            </a:r>
            <a:r>
              <a:rPr lang="en-US" altLang="zh-CN" dirty="0"/>
              <a:t>2</a:t>
            </a:r>
            <a:r>
              <a:rPr lang="zh-CN" altLang="en-US" dirty="0"/>
              <a:t>绩点，国级证书</a:t>
            </a:r>
            <a:r>
              <a:rPr lang="en-US" altLang="zh-CN" dirty="0"/>
              <a:t>4</a:t>
            </a:r>
            <a:r>
              <a:rPr lang="zh-CN" altLang="en-US" dirty="0"/>
              <a:t>绩点。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6949442" y="2968874"/>
            <a:ext cx="4561787" cy="1294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④</a:t>
            </a:r>
            <a:r>
              <a:rPr lang="zh-CN" altLang="en-US" dirty="0">
                <a:solidFill>
                  <a:srgbClr val="FF0000"/>
                </a:solidFill>
              </a:rPr>
              <a:t>参与</a:t>
            </a:r>
            <a:r>
              <a:rPr lang="zh-CN" altLang="en-US" dirty="0"/>
              <a:t>职业技能竞赛：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院级</a:t>
            </a:r>
            <a:r>
              <a:rPr lang="en-US" altLang="zh-CN" dirty="0"/>
              <a:t>1</a:t>
            </a:r>
            <a:r>
              <a:rPr lang="zh-CN" altLang="en-US" dirty="0"/>
              <a:t>绩点，校级</a:t>
            </a:r>
            <a:r>
              <a:rPr lang="en-US" altLang="zh-CN" dirty="0"/>
              <a:t>2</a:t>
            </a:r>
            <a:r>
              <a:rPr lang="zh-CN" altLang="en-US" dirty="0"/>
              <a:t>绩点，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省级</a:t>
            </a:r>
            <a:r>
              <a:rPr lang="en-US" altLang="zh-CN" dirty="0"/>
              <a:t>3</a:t>
            </a:r>
            <a:r>
              <a:rPr lang="zh-CN" altLang="en-US" dirty="0"/>
              <a:t>绩点，国级</a:t>
            </a:r>
            <a:r>
              <a:rPr lang="en-US" altLang="zh-CN" dirty="0"/>
              <a:t>4</a:t>
            </a:r>
            <a:r>
              <a:rPr lang="zh-CN" altLang="en-US" dirty="0"/>
              <a:t>绩点。</a:t>
            </a:r>
            <a:endParaRPr lang="en-US" altLang="zh-CN" dirty="0"/>
          </a:p>
        </p:txBody>
      </p:sp>
      <p:sp>
        <p:nvSpPr>
          <p:cNvPr id="3" name="文本框 2"/>
          <p:cNvSpPr txBox="1"/>
          <p:nvPr/>
        </p:nvSpPr>
        <p:spPr>
          <a:xfrm>
            <a:off x="6949441" y="4263459"/>
            <a:ext cx="4561787" cy="463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④技能培训：</a:t>
            </a:r>
            <a:r>
              <a:rPr lang="zh-CN" altLang="en-US" dirty="0">
                <a:solidFill>
                  <a:srgbClr val="FF0000"/>
                </a:solidFill>
              </a:rPr>
              <a:t>同一系列培训只计一次。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7505700" y="999823"/>
            <a:ext cx="3352800" cy="5048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驾驶证不能申请绩点！！！</a:t>
            </a:r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1747926" y="1941900"/>
            <a:ext cx="3593933" cy="367793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altLang="zh-CN" sz="23900" dirty="0">
                <a:solidFill>
                  <a:schemeClr val="bg1"/>
                </a:solidFill>
                <a:latin typeface="+mj-ea"/>
                <a:ea typeface="+mj-ea"/>
              </a:rPr>
              <a:t>03</a:t>
            </a:r>
            <a:endParaRPr lang="zh-CN" altLang="en-US" sz="239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108974" y="3426553"/>
            <a:ext cx="2840703" cy="69494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l"/>
            <a:endParaRPr lang="zh-CN" altLang="en-US" sz="16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192980" y="3596199"/>
            <a:ext cx="1577291" cy="3693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altLang="zh-CN" sz="2400" dirty="0">
                <a:solidFill>
                  <a:schemeClr val="bg1"/>
                </a:solidFill>
              </a:rPr>
              <a:t>PART THREE 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442986" y="2872555"/>
            <a:ext cx="3385542" cy="10156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66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注意事项</a:t>
            </a:r>
            <a:endParaRPr kumimoji="1" lang="zh-CN" altLang="en-US" sz="66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0771" y="586524"/>
            <a:ext cx="4813123" cy="482696"/>
          </a:xfrm>
        </p:spPr>
        <p:txBody>
          <a:bodyPr>
            <a:spAutoFit/>
          </a:bodyPr>
          <a:lstStyle/>
          <a:p>
            <a:r>
              <a:rPr lang="zh-CN" altLang="en-US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注意事项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80614" y="1339185"/>
            <a:ext cx="10030772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1.</a:t>
            </a:r>
            <a:r>
              <a:rPr lang="zh-CN" altLang="en-US" sz="2400" dirty="0"/>
              <a:t>新文件会随着</a:t>
            </a:r>
            <a:r>
              <a:rPr lang="zh-CN" altLang="en-US" sz="2400" dirty="0">
                <a:solidFill>
                  <a:srgbClr val="FF0000"/>
                </a:solidFill>
              </a:rPr>
              <a:t>新系统</a:t>
            </a:r>
            <a:r>
              <a:rPr lang="zh-CN" altLang="en-US" sz="2400" dirty="0"/>
              <a:t>的启用同步启用，旧文件以及</a:t>
            </a:r>
            <a:r>
              <a:rPr lang="en-US" altLang="zh-CN" sz="2400" dirty="0"/>
              <a:t>PU</a:t>
            </a:r>
            <a:r>
              <a:rPr lang="zh-CN" altLang="en-US" sz="2400" dirty="0"/>
              <a:t>口袋校园将会</a:t>
            </a:r>
            <a:r>
              <a:rPr lang="zh-CN" altLang="en-US" sz="2400" dirty="0">
                <a:solidFill>
                  <a:srgbClr val="FF0000"/>
                </a:solidFill>
              </a:rPr>
              <a:t>停用</a:t>
            </a:r>
            <a:r>
              <a:rPr lang="zh-CN" altLang="en-US" sz="2400" dirty="0"/>
              <a:t>。新系统中将</a:t>
            </a:r>
            <a:r>
              <a:rPr lang="zh-CN" altLang="en-US" sz="2400" dirty="0">
                <a:solidFill>
                  <a:srgbClr val="FF0000"/>
                </a:solidFill>
              </a:rPr>
              <a:t>不会有旧</a:t>
            </a:r>
            <a:r>
              <a:rPr lang="en-US" altLang="zh-CN" sz="2400" dirty="0">
                <a:solidFill>
                  <a:srgbClr val="FF0000"/>
                </a:solidFill>
              </a:rPr>
              <a:t>PU</a:t>
            </a:r>
            <a:r>
              <a:rPr lang="zh-CN" altLang="en-US" sz="2400" dirty="0">
                <a:solidFill>
                  <a:srgbClr val="FF0000"/>
                </a:solidFill>
              </a:rPr>
              <a:t>的绩点记录</a:t>
            </a:r>
            <a:r>
              <a:rPr lang="zh-CN" altLang="en-US" sz="2400" dirty="0"/>
              <a:t>，但会在对二课成绩单统计时进行</a:t>
            </a:r>
            <a:r>
              <a:rPr lang="zh-CN" altLang="en-US" sz="2400" dirty="0">
                <a:solidFill>
                  <a:srgbClr val="FF0000"/>
                </a:solidFill>
              </a:rPr>
              <a:t>合并叠加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2.</a:t>
            </a:r>
            <a:r>
              <a:rPr lang="zh-CN" altLang="en-US" sz="2400" dirty="0"/>
              <a:t>每类绩点</a:t>
            </a:r>
            <a:r>
              <a:rPr lang="zh-CN" altLang="en-US" sz="2400" dirty="0">
                <a:solidFill>
                  <a:srgbClr val="FF0000"/>
                </a:solidFill>
              </a:rPr>
              <a:t>最低标准</a:t>
            </a:r>
            <a:r>
              <a:rPr lang="zh-CN" altLang="en-US" sz="2400" dirty="0"/>
              <a:t>都进行了调整，</a:t>
            </a:r>
            <a:r>
              <a:rPr lang="en-US" altLang="zh-CN" sz="2400" dirty="0">
                <a:solidFill>
                  <a:srgbClr val="FF0000"/>
                </a:solidFill>
              </a:rPr>
              <a:t>24</a:t>
            </a:r>
            <a:r>
              <a:rPr lang="zh-CN" altLang="en-US" sz="2400" dirty="0">
                <a:solidFill>
                  <a:srgbClr val="FF0000"/>
                </a:solidFill>
              </a:rPr>
              <a:t>级</a:t>
            </a:r>
            <a:r>
              <a:rPr lang="en-US" altLang="zh-CN" sz="2400" dirty="0">
                <a:solidFill>
                  <a:srgbClr val="FF0000"/>
                </a:solidFill>
              </a:rPr>
              <a:t>25</a:t>
            </a:r>
            <a:r>
              <a:rPr lang="zh-CN" altLang="en-US" sz="2400" dirty="0">
                <a:solidFill>
                  <a:srgbClr val="FF0000"/>
                </a:solidFill>
              </a:rPr>
              <a:t>级新生</a:t>
            </a:r>
            <a:r>
              <a:rPr lang="zh-CN" altLang="en-US" sz="2400" dirty="0"/>
              <a:t>严格按照最新文件最新标准，其余年级学生，在原有已修二课分基础上，按照新办法继续修第二课堂学分，但各类别不做细分要求，只要求完成</a:t>
            </a:r>
            <a:r>
              <a:rPr lang="en-US" altLang="zh-CN" sz="2400" dirty="0">
                <a:solidFill>
                  <a:srgbClr val="FF0000"/>
                </a:solidFill>
              </a:rPr>
              <a:t>4</a:t>
            </a:r>
            <a:r>
              <a:rPr lang="zh-CN" altLang="en-US" sz="2400" dirty="0">
                <a:solidFill>
                  <a:srgbClr val="FF0000"/>
                </a:solidFill>
              </a:rPr>
              <a:t>个总学分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3.</a:t>
            </a:r>
            <a:r>
              <a:rPr lang="zh-CN" altLang="en-US" sz="2400" dirty="0"/>
              <a:t>自文件发布起，严格按照文件关于第二课堂学分标准要求施行、申请毕业。</a:t>
            </a:r>
            <a:r>
              <a:rPr lang="zh-CN" altLang="en-US" sz="2400" dirty="0">
                <a:solidFill>
                  <a:srgbClr val="FF0000"/>
                </a:solidFill>
              </a:rPr>
              <a:t>如未修满，不与毕业！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72979" y="5268328"/>
            <a:ext cx="5364606" cy="6389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0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修满各类绩点的基础上修满八十个绩点</a:t>
            </a:r>
            <a:endParaRPr lang="zh-CN" altLang="en-US" sz="20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  <p:tag name="KSO_WM_UNIT_BK_DARK_LIGHT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  <p:tag name="KSO_WM_UNIT_BK_DARK_LIGHT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  <p:tag name="KSO_WM_UNIT_BK_DARK_LIGHT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  <p:tag name="KSO_WM_UNIT_BK_DARK_LIGHT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  <p:tag name="KSO_WM_UNIT_BK_DARK_LIGHT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3157"/>
</p:tagLst>
</file>

<file path=ppt/tags/tag7.xml><?xml version="1.0" encoding="utf-8"?>
<p:tagLst xmlns:p="http://schemas.openxmlformats.org/presentationml/2006/main">
  <p:tag name="KSO_WM_UNIT_ISCONTENTSTITLE" val="0"/>
  <p:tag name="KSO_WM_UNIT_PRESET_TEXT" val="文艺清新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3157_1*a*1"/>
  <p:tag name="KSO_WM_TEMPLATE_CATEGORY" val="custom"/>
  <p:tag name="KSO_WM_TEMPLATE_INDEX" val="20203157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ISCONTENTSTITLE" val="0"/>
  <p:tag name="KSO_WM_UNIT_PRESET_TEXT" val="单击此处添加副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3157_1*b*1"/>
  <p:tag name="KSO_WM_TEMPLATE_CATEGORY" val="custom"/>
  <p:tag name="KSO_WM_TEMPLATE_INDEX" val="20203157"/>
  <p:tag name="KSO_WM_UNIT_LAYERLEVEL" val="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</p:tagLst>
</file>

<file path=ppt/tags/tag9.xml><?xml version="1.0" encoding="utf-8"?>
<p:tagLst xmlns:p="http://schemas.openxmlformats.org/presentationml/2006/main">
  <p:tag name="KSO_WM_SLIDE_ID" val="custom20203157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3157"/>
  <p:tag name="KSO_WM_SLIDE_LAYOUT" val="a_b"/>
  <p:tag name="KSO_WM_SLIDE_LAYOUT_CNT" val="1_1"/>
  <p:tag name="KSO_WM_TEMPLATE_MASTER_THUMB_INDEX" val="12"/>
  <p:tag name="KSO_WM_TEMPLATE_THUMBS_INDEX" val="1、4、7、8、9、10、13、16、19、20、21、22、23、24、25、26、27、28、29、30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161B13"/>
      </a:dk2>
      <a:lt2>
        <a:srgbClr val="F2F4F0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1900</Words>
  <Application>WPS 演示</Application>
  <PresentationFormat>宽屏</PresentationFormat>
  <Paragraphs>207</Paragraphs>
  <Slides>18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方正粗黑宋简体</vt:lpstr>
      <vt:lpstr>等线</vt:lpstr>
      <vt:lpstr>Times New Roman</vt:lpstr>
      <vt:lpstr>Calibri</vt:lpstr>
      <vt:lpstr>Arial Unicode MS</vt:lpstr>
      <vt:lpstr>Office 主题</vt:lpstr>
      <vt:lpstr>PowerPoint 演示文稿</vt:lpstr>
      <vt:lpstr>PowerPoint 演示文稿</vt:lpstr>
      <vt:lpstr>PowerPoint 演示文稿</vt:lpstr>
      <vt:lpstr>01 课程项目</vt:lpstr>
      <vt:lpstr>01 课程项目</vt:lpstr>
      <vt:lpstr>01 课程项目</vt:lpstr>
      <vt:lpstr>02 记录评价</vt:lpstr>
      <vt:lpstr>PowerPoint 演示文稿</vt:lpstr>
      <vt:lpstr>01 思想成长类</vt:lpstr>
      <vt:lpstr>02 实践工作类</vt:lpstr>
      <vt:lpstr>03 志愿公益类</vt:lpstr>
      <vt:lpstr>04 创新创业类</vt:lpstr>
      <vt:lpstr>04 创新创业类</vt:lpstr>
      <vt:lpstr>05 文体活动类</vt:lpstr>
      <vt:lpstr>06 技能特长类</vt:lpstr>
      <vt:lpstr>06 技能特长类</vt:lpstr>
      <vt:lpstr>PowerPoint 演示文稿</vt:lpstr>
      <vt:lpstr>注意事项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黄圣</dc:creator>
  <cp:lastModifiedBy>丁文杰</cp:lastModifiedBy>
  <cp:revision>76</cp:revision>
  <dcterms:created xsi:type="dcterms:W3CDTF">2024-10-20T05:44:00Z</dcterms:created>
  <dcterms:modified xsi:type="dcterms:W3CDTF">2025-09-27T15:20:23Z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526AA4EB5CE54F76B019D8058278D37A_12</vt:lpwstr>
  </property>
  <property fmtid="{D5CDD505-2E9C-101B-9397-08002B2CF9AE}" pid="3" name="KSOProductBuildVer">
    <vt:lpwstr>2052-12.1.0.22529</vt:lpwstr>
  </property>
</Properties>
</file>